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custom.xml" ContentType="application/vnd.openxmlformats-officedocument.custom-properties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customXml/itemProps2.xml" ContentType="application/vnd.openxmlformats-officedocument.customXmlProperties+xml"/>
  <Override PartName="/ppt/tableStyles.xml" ContentType="application/vnd.openxmlformats-officedocument.presentationml.tableStyles+xml"/>
  <Override PartName="/ppt/slideLayouts/slideLayout34.xml" ContentType="application/vnd.openxmlformats-officedocument.presentationml.slideLayout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customXml/itemProps3.xml" ContentType="application/vnd.openxmlformats-officedocument.customXmlProperties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38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notesSlides/notesSlide15.xml" ContentType="application/vnd.openxmlformats-officedocument.presentationml.notesSlid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removePersonalInfoOnSave="1" saveSubsetFonts="1">
  <p:sldMasterIdLst>
    <p:sldMasterId id="2147483648" r:id="rId4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39" d="100"/>
          <a:sy n="39" d="100"/>
        </p:scale>
        <p:origin x="32" y="62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6006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38419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6F439B-391B-4B41-826A-951FCF412C34}" type="datetimeFigureOut">
              <a:rPr lang="en-US"/>
              <a:t>1/4/2026</a:t>
            </a:fld>
            <a:endParaRPr lang="en-US"/>
          </a:p>
        </p:txBody>
      </p:sp>
      <p:sp>
        <p:nvSpPr>
          <p:cNvPr id="156919512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507083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87113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55906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CFA0038-7055-434C-B6C4-B8C69565C60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745D3E-0225-FACC-84B3-65D9E98E0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612446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224532081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116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6113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228088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CFA0038-7055-434C-B6C4-B8C69565C600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879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56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631449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CFA0038-7055-434C-B6C4-B8C69565C600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91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21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876820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CFA0038-7055-434C-B6C4-B8C69565C600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86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285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52659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F26612D-BEB2-F1E2-7D79-4CE80ED54CF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608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928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346304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9DD6027-E085-B2C3-532D-618A360451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815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99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545807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8863C47-C957-D3EA-7D30-C01B747579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258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4682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176125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184D79C-797E-790E-6ADA-752098CF266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02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436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58917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DEF3452-2772-784B-F68B-728806663C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860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1624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10580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5C06D22-49D5-9D53-A5C8-4590D8B904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04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5655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642725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B77FBCA-4767-F9E5-DFA3-FF2623D96A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566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008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520267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B01E6ADB-4780-96DE-FAD2-B6FB54EC92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802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0668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239548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E49BEC4-6193-7FC5-EAC5-0DB954F14A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3009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038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85528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FD9FB2F-51D5-87AD-2DE6-DB58DAFF377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358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7198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510106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5428FC1-5750-D93A-F7DD-ADA4CAB83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13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734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87292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1D19DD3-84B2-A6D1-17C9-D244BEA88A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with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890664" name="Rectangle 8"/>
          <p:cNvSpPr/>
          <p:nvPr userDrawn="1"/>
        </p:nvSpPr>
        <p:spPr bwMode="auto">
          <a:xfrm>
            <a:off x="0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7442060" name="Picture Placeholder 11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 fill="norm" stroke="1" extrusionOk="0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4045022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198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2001798282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SUBTITLE GOES HERE</a:t>
            </a:r>
            <a:endParaRPr/>
          </a:p>
        </p:txBody>
      </p:sp>
      <p:sp>
        <p:nvSpPr>
          <p:cNvPr id="390579314" name="Shape 62"/>
          <p:cNvSpPr/>
          <p:nvPr userDrawn="1"/>
        </p:nvSpPr>
        <p:spPr bwMode="auto">
          <a:xfrm rot="16199999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hank yo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936730" name="Rectangle 8"/>
          <p:cNvSpPr/>
          <p:nvPr userDrawn="1"/>
        </p:nvSpPr>
        <p:spPr bwMode="auto"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07375785" name="Picture Placeholder 11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 fill="norm" stroke="1" extrusionOk="0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2676633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198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THANK YOU</a:t>
            </a:r>
            <a:endParaRPr/>
          </a:p>
        </p:txBody>
      </p:sp>
      <p:sp>
        <p:nvSpPr>
          <p:cNvPr id="140507316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WWW.WEBSITENAME.COM</a:t>
            </a:r>
            <a:endParaRPr/>
          </a:p>
        </p:txBody>
      </p:sp>
      <p:sp>
        <p:nvSpPr>
          <p:cNvPr id="406129655" name="Shape 62"/>
          <p:cNvSpPr/>
          <p:nvPr userDrawn="1"/>
        </p:nvSpPr>
        <p:spPr bwMode="auto">
          <a:xfrm rot="16199999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Title Slide with Imag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778425" name="Rectangle 8"/>
          <p:cNvSpPr/>
          <p:nvPr userDrawn="1"/>
        </p:nvSpPr>
        <p:spPr bwMode="auto">
          <a:xfrm>
            <a:off x="0" y="1539432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7098480" name="Picture Placeholder 11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 fill="norm" stroke="1" extrusionOk="0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1666996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198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1051658619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SUBTITLE GOES HERE</a:t>
            </a:r>
            <a:endParaRPr/>
          </a:p>
        </p:txBody>
      </p:sp>
      <p:sp>
        <p:nvSpPr>
          <p:cNvPr id="932183528" name="Shape 62"/>
          <p:cNvSpPr/>
          <p:nvPr userDrawn="1"/>
        </p:nvSpPr>
        <p:spPr bwMode="auto">
          <a:xfrm rot="16199999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Title Slide with Imag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13752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198" y="578736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249222265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8200" y="1666759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SUBTITLE GOES HERE</a:t>
            </a:r>
            <a:endParaRPr/>
          </a:p>
        </p:txBody>
      </p:sp>
      <p:sp>
        <p:nvSpPr>
          <p:cNvPr id="217768958" name="Shape 62"/>
          <p:cNvSpPr/>
          <p:nvPr userDrawn="1"/>
        </p:nvSpPr>
        <p:spPr bwMode="auto">
          <a:xfrm rot="16199999" flipV="1">
            <a:off x="1094402" y="396160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  <p:sp>
        <p:nvSpPr>
          <p:cNvPr id="1929250131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866207" y="0"/>
            <a:ext cx="3325792" cy="6858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Divider with Imag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0882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198" y="2708475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732228132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8200" y="3796498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SUBTITLE GOES HERE</a:t>
            </a:r>
            <a:endParaRPr/>
          </a:p>
        </p:txBody>
      </p:sp>
      <p:sp>
        <p:nvSpPr>
          <p:cNvPr id="832314413" name="Shape 62"/>
          <p:cNvSpPr/>
          <p:nvPr userDrawn="1"/>
        </p:nvSpPr>
        <p:spPr bwMode="auto">
          <a:xfrm rot="16199999" flipV="1">
            <a:off x="1094402" y="2525899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  <p:sp>
        <p:nvSpPr>
          <p:cNvPr id="33532793" name="Picture Placeholder 6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12191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 fill="norm" stroke="1" extrusionOk="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Slide Divider with Imag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348261" name="Picture Placeholder 10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4231100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403208" y="2870519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995726770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03209" y="3958542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SUBTITLE GOES HERE</a:t>
            </a:r>
            <a:endParaRPr/>
          </a:p>
        </p:txBody>
      </p:sp>
      <p:sp>
        <p:nvSpPr>
          <p:cNvPr id="244826610" name="Shape 62"/>
          <p:cNvSpPr/>
          <p:nvPr userDrawn="1"/>
        </p:nvSpPr>
        <p:spPr bwMode="auto">
          <a:xfrm rot="16199999" flipV="1">
            <a:off x="4788658" y="2817190"/>
            <a:ext cx="0" cy="193031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Divider 2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143192" name="Picture Placeholder 9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066906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1220163" y="3379810"/>
            <a:ext cx="7252505" cy="891250"/>
          </a:xfrm>
        </p:spPr>
        <p:txBody>
          <a:bodyPr anchor="t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693852858" name="Text Placeholder 1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220165" y="4467833"/>
            <a:ext cx="7252504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SUBTITLE GOES HERE</a:t>
            </a:r>
            <a:endParaRPr/>
          </a:p>
        </p:txBody>
      </p:sp>
      <p:sp>
        <p:nvSpPr>
          <p:cNvPr id="1842612777" name="Shape 62"/>
          <p:cNvSpPr/>
          <p:nvPr userDrawn="1"/>
        </p:nvSpPr>
        <p:spPr bwMode="auto">
          <a:xfrm rot="16199999" flipV="1">
            <a:off x="1285385" y="3006251"/>
            <a:ext cx="0" cy="257077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7514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26626" y="4867539"/>
            <a:ext cx="2275389" cy="1025525"/>
          </a:xfrm>
          <a:prstGeom prst="rect">
            <a:avLst/>
          </a:prstGeo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005289123" name="Picture Placeholder 28"/>
          <p:cNvSpPr>
            <a:spLocks noGrp="1"/>
          </p:cNvSpPr>
          <p:nvPr>
            <p:ph type="pic" sz="quarter" idx="12"/>
          </p:nvPr>
        </p:nvSpPr>
        <p:spPr bwMode="auto">
          <a:xfrm>
            <a:off x="8634413" y="812800"/>
            <a:ext cx="3557586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18317245" name="Text Placeholder 30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155313" y="879710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905867297" name="Text Placeholder 30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155313" y="195615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1733629857" name="Text Placeholder 30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155313" y="303260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909536458" name="Text Placeholder 3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155313" y="410904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517798026" name="Text Placeholder 30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155313" y="518549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1604377492" name="Shape 62"/>
          <p:cNvSpPr/>
          <p:nvPr userDrawn="1"/>
        </p:nvSpPr>
        <p:spPr bwMode="auto">
          <a:xfrm rot="16199999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8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65723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26626" y="4867539"/>
            <a:ext cx="2356412" cy="1025525"/>
          </a:xfrm>
          <a:prstGeom prst="rect">
            <a:avLst/>
          </a:prstGeo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221916282" name="Picture Placeholder 28"/>
          <p:cNvSpPr>
            <a:spLocks noGrp="1"/>
          </p:cNvSpPr>
          <p:nvPr>
            <p:ph type="pic" sz="quarter" idx="12"/>
          </p:nvPr>
        </p:nvSpPr>
        <p:spPr bwMode="auto">
          <a:xfrm>
            <a:off x="3778137" y="2225040"/>
            <a:ext cx="3557586" cy="366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88677399" name="Text Placeholder 30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559432" y="2055335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422831020" name="Text Placeholder 30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559432" y="278244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918960223" name="Text Placeholder 30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559432" y="4352427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2141946045" name="Text Placeholder 3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559432" y="356743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1569849435" name="Text Placeholder 30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59432" y="513741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2007447774" name="Shape 62"/>
          <p:cNvSpPr/>
          <p:nvPr userDrawn="1"/>
        </p:nvSpPr>
        <p:spPr bwMode="auto">
          <a:xfrm rot="16199999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  <p:sp>
        <p:nvSpPr>
          <p:cNvPr id="1055316707" name="Rectangle 2"/>
          <p:cNvSpPr/>
          <p:nvPr userDrawn="1"/>
        </p:nvSpPr>
        <p:spPr bwMode="auto"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7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67776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26626" y="4867539"/>
            <a:ext cx="2239803" cy="1025525"/>
          </a:xfrm>
          <a:prstGeom prst="rect">
            <a:avLst/>
          </a:prstGeo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>
              <a:defRPr/>
            </a:pPr>
            <a:r>
              <a:rPr lang="en-US"/>
              <a:t>Agenda</a:t>
            </a:r>
            <a:endParaRPr/>
          </a:p>
        </p:txBody>
      </p:sp>
      <p:sp>
        <p:nvSpPr>
          <p:cNvPr id="1150585444" name="Picture Placeholder 28"/>
          <p:cNvSpPr>
            <a:spLocks noGrp="1"/>
          </p:cNvSpPr>
          <p:nvPr>
            <p:ph type="pic" sz="quarter" idx="12"/>
          </p:nvPr>
        </p:nvSpPr>
        <p:spPr bwMode="auto">
          <a:xfrm>
            <a:off x="8634413" y="812800"/>
            <a:ext cx="3557586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8335902" name="Text Placeholder 30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476854" y="879710"/>
            <a:ext cx="3983858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222314873" name="Text Placeholder 30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76854" y="195615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1390260586" name="Text Placeholder 30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76854" y="303260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65895101" name="Text Placeholder 3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476854" y="410904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1946871417" name="Text Placeholder 30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476854" y="518549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  <a:endParaRPr/>
          </a:p>
        </p:txBody>
      </p:sp>
      <p:sp>
        <p:nvSpPr>
          <p:cNvPr id="1094231511" name="Text Placeholder 3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527730" y="87971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1</a:t>
            </a:r>
            <a:endParaRPr/>
          </a:p>
        </p:txBody>
      </p:sp>
      <p:sp>
        <p:nvSpPr>
          <p:cNvPr id="1171151512" name="Text Placeholder 30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527730" y="195615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2</a:t>
            </a:r>
            <a:endParaRPr/>
          </a:p>
        </p:txBody>
      </p:sp>
      <p:sp>
        <p:nvSpPr>
          <p:cNvPr id="1133378633" name="Text Placeholder 30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527730" y="303260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3</a:t>
            </a:r>
            <a:endParaRPr/>
          </a:p>
        </p:txBody>
      </p:sp>
      <p:sp>
        <p:nvSpPr>
          <p:cNvPr id="153679810" name="Text Placeholder 30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527730" y="410904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4</a:t>
            </a:r>
            <a:endParaRPr/>
          </a:p>
        </p:txBody>
      </p:sp>
      <p:sp>
        <p:nvSpPr>
          <p:cNvPr id="2074189878" name="Text Placeholder 30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527730" y="518549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en-US"/>
              <a:t>5</a:t>
            </a:r>
            <a:endParaRPr/>
          </a:p>
        </p:txBody>
      </p:sp>
      <p:sp>
        <p:nvSpPr>
          <p:cNvPr id="856044231" name="Shape 62"/>
          <p:cNvSpPr/>
          <p:nvPr userDrawn="1"/>
        </p:nvSpPr>
        <p:spPr bwMode="auto">
          <a:xfrm rot="16199999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lang="en-US" sz="15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750243" name="Title 1"/>
          <p:cNvSpPr>
            <a:spLocks noGrp="1"/>
          </p:cNvSpPr>
          <p:nvPr>
            <p:ph type="title"/>
          </p:nvPr>
        </p:nvSpPr>
        <p:spPr bwMode="auto">
          <a:xfrm>
            <a:off x="2812643" y="1691472"/>
            <a:ext cx="4385841" cy="1325563"/>
          </a:xfrm>
        </p:spPr>
        <p:txBody>
          <a:bodyPr anchor="b"/>
          <a:lstStyle>
            <a:lvl1pPr algn="r"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5873823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3500437"/>
            <a:ext cx="12192000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1123035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7569843" y="1690688"/>
            <a:ext cx="4155432" cy="132556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847255" name="Text Placeholder 6"/>
          <p:cNvSpPr>
            <a:spLocks noGrp="1"/>
          </p:cNvSpPr>
          <p:nvPr>
            <p:ph type="body" sz="quarter" idx="12"/>
          </p:nvPr>
        </p:nvSpPr>
        <p:spPr bwMode="auto">
          <a:xfrm>
            <a:off x="7569843" y="1227698"/>
            <a:ext cx="4155432" cy="382749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380913" name="Title 1"/>
          <p:cNvSpPr>
            <a:spLocks noGrp="1"/>
          </p:cNvSpPr>
          <p:nvPr>
            <p:ph type="title"/>
          </p:nvPr>
        </p:nvSpPr>
        <p:spPr bwMode="auto"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960502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5805744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1228783883" name="Text Placehold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>
                <a:latin typeface="+mn-lt"/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1583238894" name="Text Placeholder 3"/>
          <p:cNvSpPr>
            <a:spLocks noGrp="1"/>
          </p:cNvSpPr>
          <p:nvPr>
            <p:ph type="body" sz="quarter" idx="15"/>
          </p:nvPr>
        </p:nvSpPr>
        <p:spPr bwMode="auto"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323628" name="Text Placeholder 3"/>
          <p:cNvSpPr>
            <a:spLocks noGrp="1"/>
          </p:cNvSpPr>
          <p:nvPr>
            <p:ph type="body" sz="quarter" idx="16"/>
          </p:nvPr>
        </p:nvSpPr>
        <p:spPr bwMode="auto"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795131" name="Title 1"/>
          <p:cNvSpPr>
            <a:spLocks noGrp="1"/>
          </p:cNvSpPr>
          <p:nvPr>
            <p:ph type="title"/>
          </p:nvPr>
        </p:nvSpPr>
        <p:spPr bwMode="auto">
          <a:xfrm>
            <a:off x="5470525" y="1193765"/>
            <a:ext cx="6322230" cy="1325563"/>
          </a:xfrm>
        </p:spPr>
        <p:txBody>
          <a:bodyPr lIns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5186514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1" y="1193765"/>
            <a:ext cx="5230788" cy="479613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1057738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1992574410" name="Text Placehold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>
                <a:latin typeface="+mn-lt"/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2110414323" name="Text Placeholder 3"/>
          <p:cNvSpPr>
            <a:spLocks noGrp="1"/>
          </p:cNvSpPr>
          <p:nvPr>
            <p:ph type="body" sz="quarter" idx="15"/>
          </p:nvPr>
        </p:nvSpPr>
        <p:spPr bwMode="auto"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7214156" name="Text Placeholder 3"/>
          <p:cNvSpPr>
            <a:spLocks noGrp="1"/>
          </p:cNvSpPr>
          <p:nvPr>
            <p:ph type="body" sz="quarter" idx="16"/>
          </p:nvPr>
        </p:nvSpPr>
        <p:spPr bwMode="auto"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698305" name="Title 1"/>
          <p:cNvSpPr>
            <a:spLocks noGrp="1"/>
          </p:cNvSpPr>
          <p:nvPr>
            <p:ph type="title"/>
          </p:nvPr>
        </p:nvSpPr>
        <p:spPr bwMode="auto">
          <a:xfrm>
            <a:off x="838200" y="1809009"/>
            <a:ext cx="3416928" cy="2884911"/>
          </a:xfrm>
        </p:spPr>
        <p:txBody>
          <a:bodyPr lIns="0" anchor="t">
            <a:normAutofit/>
          </a:bodyPr>
          <a:lstStyle>
            <a:lvl1pPr algn="r"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598226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10875" y="180900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42855837" name="Text Placehold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452175" y="1809009"/>
            <a:ext cx="365800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>
                <a:latin typeface="+mn-lt"/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226225056" name="Text Placeholder 3"/>
          <p:cNvSpPr>
            <a:spLocks noGrp="1"/>
          </p:cNvSpPr>
          <p:nvPr>
            <p:ph type="body" sz="quarter" idx="15"/>
          </p:nvPr>
        </p:nvSpPr>
        <p:spPr bwMode="auto">
          <a:xfrm>
            <a:off x="4510572" y="221329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7039512" name="Text Placeholder 3"/>
          <p:cNvSpPr>
            <a:spLocks noGrp="1"/>
          </p:cNvSpPr>
          <p:nvPr>
            <p:ph type="body" sz="quarter" idx="16"/>
          </p:nvPr>
        </p:nvSpPr>
        <p:spPr bwMode="auto">
          <a:xfrm>
            <a:off x="8452175" y="2213293"/>
            <a:ext cx="365800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35369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0" y="1687089"/>
            <a:ext cx="4297212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4000">
                <a:latin typeface="+mj-lt"/>
              </a:defRPr>
            </a:lvl1pPr>
          </a:lstStyle>
          <a:p>
            <a:pPr marL="0" lvl="0" algn="r">
              <a:defRPr/>
            </a:pPr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  <a:endParaRPr/>
          </a:p>
        </p:txBody>
      </p:sp>
      <p:sp>
        <p:nvSpPr>
          <p:cNvPr id="608413824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68750" y="168708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509196299" name="Text Placehold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452175" y="1687089"/>
            <a:ext cx="3658009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>
                <a:latin typeface="+mn-lt"/>
              </a:defRPr>
            </a:lvl1pPr>
          </a:lstStyle>
          <a:p>
            <a:pPr marL="228600" lvl="0" indent="-22860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848548555" name="Text Placeholder 3"/>
          <p:cNvSpPr>
            <a:spLocks noGrp="1"/>
          </p:cNvSpPr>
          <p:nvPr>
            <p:ph type="body" sz="quarter" idx="15"/>
          </p:nvPr>
        </p:nvSpPr>
        <p:spPr bwMode="auto">
          <a:xfrm>
            <a:off x="4568447" y="209137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0409614" name="Text Placeholder 3"/>
          <p:cNvSpPr>
            <a:spLocks noGrp="1"/>
          </p:cNvSpPr>
          <p:nvPr>
            <p:ph type="body" sz="quarter" idx="16"/>
          </p:nvPr>
        </p:nvSpPr>
        <p:spPr bwMode="auto">
          <a:xfrm>
            <a:off x="8452175" y="2091373"/>
            <a:ext cx="365800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1599834" name="Shape 62"/>
          <p:cNvSpPr/>
          <p:nvPr userDrawn="1"/>
        </p:nvSpPr>
        <p:spPr bwMode="auto">
          <a:xfrm rot="16199999" flipV="1">
            <a:off x="3332057" y="133183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  <p:sp>
        <p:nvSpPr>
          <p:cNvPr id="652359116" name="Rectangle 2"/>
          <p:cNvSpPr/>
          <p:nvPr userDrawn="1"/>
        </p:nvSpPr>
        <p:spPr bwMode="auto"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59814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1" y="1687090"/>
            <a:ext cx="4568750" cy="1721802"/>
          </a:xfrm>
          <a:prstGeom prst="rect">
            <a:avLst/>
          </a:prstGeom>
          <a:noFill/>
        </p:spPr>
        <p:txBody>
          <a:bodyPr lIns="0" rIns="324000" anchor="ctr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/>
          </a:p>
        </p:txBody>
      </p:sp>
      <p:sp>
        <p:nvSpPr>
          <p:cNvPr id="1632053633" name="Title 1"/>
          <p:cNvSpPr txBox="1"/>
          <p:nvPr userDrawn="1"/>
        </p:nvSpPr>
        <p:spPr bwMode="auto"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ts val="0"/>
              </a:spcBef>
              <a:buNone/>
              <a:defRPr sz="4000" b="1" i="0" spc="-150">
                <a:solidFill>
                  <a:schemeClr val="tx2"/>
                </a:solidFill>
                <a:latin typeface="Constantia"/>
                <a:ea typeface="+mj-ea"/>
                <a:cs typeface="Gill Sans"/>
              </a:defRPr>
            </a:lvl1pPr>
          </a:lstStyle>
          <a:p>
            <a:pPr lvl="0">
              <a:defRPr/>
            </a:pPr>
            <a:endParaRPr lang="en-US">
              <a:latin typeface="+mn-lt"/>
            </a:endParaRPr>
          </a:p>
        </p:txBody>
      </p:sp>
      <p:sp>
        <p:nvSpPr>
          <p:cNvPr id="478024320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68750" y="3666354"/>
            <a:ext cx="3448800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1274734117" name="Text Placehold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254055" y="3666354"/>
            <a:ext cx="3450264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>
                <a:latin typeface="+mn-lt"/>
              </a:defRPr>
            </a:lvl1pPr>
          </a:lstStyle>
          <a:p>
            <a:pPr marL="228600" lvl="0" indent="-22860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2112567108" name="Text Placeholder 3"/>
          <p:cNvSpPr>
            <a:spLocks noGrp="1"/>
          </p:cNvSpPr>
          <p:nvPr>
            <p:ph type="body" sz="quarter" idx="15"/>
          </p:nvPr>
        </p:nvSpPr>
        <p:spPr bwMode="auto">
          <a:xfrm>
            <a:off x="4568447" y="4070639"/>
            <a:ext cx="3448800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1071984" name="Text Placeholder 3"/>
          <p:cNvSpPr>
            <a:spLocks noGrp="1"/>
          </p:cNvSpPr>
          <p:nvPr>
            <p:ph type="body" sz="quarter" idx="16"/>
          </p:nvPr>
        </p:nvSpPr>
        <p:spPr bwMode="auto">
          <a:xfrm>
            <a:off x="8254055" y="4070639"/>
            <a:ext cx="3450264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9458002" name="Shape 62"/>
          <p:cNvSpPr/>
          <p:nvPr userDrawn="1"/>
        </p:nvSpPr>
        <p:spPr bwMode="auto">
          <a:xfrm rot="16199999" flipV="1">
            <a:off x="3332057" y="729943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  <p:sp>
        <p:nvSpPr>
          <p:cNvPr id="2055560040" name="Picture Placeholder 5"/>
          <p:cNvSpPr>
            <a:spLocks noGrp="1"/>
          </p:cNvSpPr>
          <p:nvPr>
            <p:ph type="pic" sz="quarter" idx="17"/>
          </p:nvPr>
        </p:nvSpPr>
        <p:spPr bwMode="auto">
          <a:xfrm>
            <a:off x="2214412" y="3805254"/>
            <a:ext cx="1935925" cy="185477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191747" name="Title 1"/>
          <p:cNvSpPr>
            <a:spLocks noGrp="1"/>
          </p:cNvSpPr>
          <p:nvPr>
            <p:ph type="title"/>
          </p:nvPr>
        </p:nvSpPr>
        <p:spPr bwMode="auto"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6364659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57998821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5470816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8268580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70816" y="2540529"/>
            <a:ext cx="3046302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911108310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8769607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51517775" name="Text Placehold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769606" y="2540529"/>
            <a:ext cx="3023149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861353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928658" y="836271"/>
            <a:ext cx="4263342" cy="518545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69014776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3657597" y="836271"/>
            <a:ext cx="4262400" cy="5185458"/>
          </a:xfrm>
          <a:prstGeom prst="rect">
            <a:avLst/>
          </a:prstGeom>
          <a:solidFill>
            <a:schemeClr val="accent2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9047945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5033" y="1659770"/>
            <a:ext cx="2558005" cy="1325563"/>
          </a:xfrm>
        </p:spPr>
        <p:txBody>
          <a:bodyPr anchor="t"/>
          <a:lstStyle>
            <a:lvl1pPr algn="r"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  <a:endParaRPr/>
          </a:p>
        </p:txBody>
      </p:sp>
      <p:sp>
        <p:nvSpPr>
          <p:cNvPr id="1953904020" name="Shape 62"/>
          <p:cNvSpPr/>
          <p:nvPr userDrawn="1"/>
        </p:nvSpPr>
        <p:spPr bwMode="auto">
          <a:xfrm rot="16199999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778634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0" y="3206186"/>
            <a:ext cx="12192000" cy="3651813"/>
          </a:xfrm>
          <a:prstGeom prst="rect">
            <a:avLst/>
          </a:prstGeo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4309868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5278053" y="1775520"/>
            <a:ext cx="6435524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93996317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971836" y="836271"/>
            <a:ext cx="3523423" cy="51854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16732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5278052" y="3206186"/>
            <a:ext cx="6435524" cy="2815543"/>
          </a:xfrm>
          <a:prstGeom prst="rect">
            <a:avLst/>
          </a:prstGeom>
          <a:noFill/>
          <a:ln>
            <a:noFill/>
          </a:ln>
        </p:spPr>
        <p:txBody>
          <a:bodyPr lIns="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38025409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5278053" y="1775520"/>
            <a:ext cx="6435524" cy="1325563"/>
          </a:xfrm>
        </p:spPr>
        <p:txBody>
          <a:bodyPr lIns="0" anchor="b"/>
          <a:lstStyle>
            <a:lvl1pPr algn="l"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  <a:endParaRPr/>
          </a:p>
        </p:txBody>
      </p:sp>
      <p:sp>
        <p:nvSpPr>
          <p:cNvPr id="1244838814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38200" y="836271"/>
            <a:ext cx="3657059" cy="51854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548971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4745620" y="3428990"/>
            <a:ext cx="7446380" cy="342900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6836627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1659770"/>
            <a:ext cx="3085618" cy="1325563"/>
          </a:xfrm>
        </p:spPr>
        <p:txBody>
          <a:bodyPr lIns="0" anchor="t"/>
          <a:lstStyle>
            <a:lvl1pPr algn="l"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  <a:endParaRPr/>
          </a:p>
        </p:txBody>
      </p:sp>
      <p:sp>
        <p:nvSpPr>
          <p:cNvPr id="1778564081" name="Shape 62"/>
          <p:cNvSpPr/>
          <p:nvPr userDrawn="1"/>
        </p:nvSpPr>
        <p:spPr bwMode="auto">
          <a:xfrm rot="16199999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  <p:sp>
        <p:nvSpPr>
          <p:cNvPr id="1154668167" name="Rectangle 2"/>
          <p:cNvSpPr/>
          <p:nvPr userDrawn="1"/>
        </p:nvSpPr>
        <p:spPr bwMode="auto"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endParaRPr lang="en-US" sz="1400" b="0" i="0">
              <a:solidFill>
                <a:schemeClr val="tx2"/>
              </a:solidFill>
              <a:latin typeface="+mn-lt"/>
              <a:cs typeface="Arial"/>
            </a:endParaRPr>
          </a:p>
        </p:txBody>
      </p:sp>
      <p:sp>
        <p:nvSpPr>
          <p:cNvPr id="1957330060" name="Text Placeholder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359078" y="987207"/>
            <a:ext cx="2837822" cy="382749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Click to add title here</a:t>
            </a:r>
            <a:endParaRPr/>
          </a:p>
        </p:txBody>
      </p:sp>
      <p:sp>
        <p:nvSpPr>
          <p:cNvPr id="1688252530" name="Text Placeholder 3"/>
          <p:cNvSpPr>
            <a:spLocks noGrp="1"/>
          </p:cNvSpPr>
          <p:nvPr>
            <p:ph type="body" sz="quarter" idx="15"/>
          </p:nvPr>
        </p:nvSpPr>
        <p:spPr bwMode="auto">
          <a:xfrm>
            <a:off x="8351371" y="987208"/>
            <a:ext cx="3501106" cy="1397178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930623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38200" y="0"/>
            <a:ext cx="11353800" cy="685800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3387763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4566452"/>
            <a:ext cx="5007015" cy="1440000"/>
          </a:xfrm>
          <a:prstGeom prst="rect">
            <a:avLst/>
          </a:prstGeom>
          <a:solidFill>
            <a:schemeClr val="bg1"/>
          </a:solidFill>
        </p:spPr>
        <p:txBody>
          <a:bodyPr lIns="216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74231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38200" y="0"/>
            <a:ext cx="11353800" cy="685800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94346357" name="Text Placeholder 3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0" y="-1478756"/>
            <a:ext cx="4572000" cy="118903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en-US"/>
              <a:t>Slide Title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489824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685800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47992134" name="Title 4"/>
          <p:cNvSpPr>
            <a:spLocks noGrp="1"/>
          </p:cNvSpPr>
          <p:nvPr>
            <p:ph type="title"/>
          </p:nvPr>
        </p:nvSpPr>
        <p:spPr bwMode="auto">
          <a:xfrm>
            <a:off x="0" y="4705635"/>
            <a:ext cx="5845215" cy="1440000"/>
          </a:xfrm>
          <a:prstGeom prst="rect">
            <a:avLst/>
          </a:prstGeom>
          <a:solidFill>
            <a:schemeClr val="bg1"/>
          </a:solidFill>
        </p:spPr>
        <p:txBody>
          <a:bodyPr lIns="792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83549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685800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378349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5497975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71965718" name="Title 4"/>
          <p:cNvSpPr>
            <a:spLocks noGrp="1"/>
          </p:cNvSpPr>
          <p:nvPr>
            <p:ph type="title"/>
          </p:nvPr>
        </p:nvSpPr>
        <p:spPr bwMode="auto">
          <a:xfrm>
            <a:off x="853440" y="5688402"/>
            <a:ext cx="8717280" cy="823070"/>
          </a:xfrm>
          <a:prstGeom prst="rect">
            <a:avLst/>
          </a:prstGeo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330358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5497975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685829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38200" y="1"/>
            <a:ext cx="11353800" cy="554736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62111547" name="Title 4"/>
          <p:cNvSpPr>
            <a:spLocks noGrp="1"/>
          </p:cNvSpPr>
          <p:nvPr>
            <p:ph type="title"/>
          </p:nvPr>
        </p:nvSpPr>
        <p:spPr bwMode="auto">
          <a:xfrm>
            <a:off x="853440" y="5688402"/>
            <a:ext cx="8717280" cy="823070"/>
          </a:xfrm>
          <a:prstGeom prst="rect">
            <a:avLst/>
          </a:prstGeo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257673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38200" y="853441"/>
            <a:ext cx="11353800" cy="5151119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45700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1314209" y="1203769"/>
            <a:ext cx="9563582" cy="50600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05254747" name="Title 4"/>
          <p:cNvSpPr>
            <a:spLocks noGrp="1"/>
          </p:cNvSpPr>
          <p:nvPr>
            <p:ph type="title"/>
          </p:nvPr>
        </p:nvSpPr>
        <p:spPr bwMode="auto">
          <a:xfrm>
            <a:off x="1314208" y="339162"/>
            <a:ext cx="9563581" cy="823070"/>
          </a:xfrm>
          <a:prstGeom prst="rect">
            <a:avLst/>
          </a:prstGeom>
          <a:noFill/>
        </p:spPr>
        <p:txBody>
          <a:bodyPr lIns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52579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836030" y="747000"/>
            <a:ext cx="10519940" cy="5364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766531" name="Rectangle 15"/>
          <p:cNvSpPr/>
          <p:nvPr userDrawn="1"/>
        </p:nvSpPr>
        <p:spPr bwMode="auto"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1862992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65125"/>
            <a:ext cx="7634288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Section Header</a:t>
            </a:r>
            <a:endParaRPr/>
          </a:p>
        </p:txBody>
      </p:sp>
      <p:sp>
        <p:nvSpPr>
          <p:cNvPr id="1444277298" name="Text Placeholder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530361" y="4719574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bg1">
                    <a:alpha val="20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6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4213" name="Rectangle 15"/>
          <p:cNvSpPr/>
          <p:nvPr userDrawn="1"/>
        </p:nvSpPr>
        <p:spPr bwMode="auto"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5021911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771525"/>
            <a:ext cx="4699000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Section </a:t>
            </a:r>
            <a:br>
              <a:rPr lang="en-US"/>
            </a:br>
            <a:r>
              <a:rPr lang="en-US"/>
              <a:t>Header</a:t>
            </a:r>
            <a:endParaRPr/>
          </a:p>
        </p:txBody>
      </p:sp>
      <p:sp>
        <p:nvSpPr>
          <p:cNvPr id="1682776053" name="Text Placeholder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530361" y="455444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alpha val="20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7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344163" name="Rectangle 15"/>
          <p:cNvSpPr/>
          <p:nvPr userDrawn="1"/>
        </p:nvSpPr>
        <p:spPr bwMode="auto"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316782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771525"/>
            <a:ext cx="525780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Section Header</a:t>
            </a:r>
            <a:endParaRPr/>
          </a:p>
        </p:txBody>
      </p:sp>
      <p:sp>
        <p:nvSpPr>
          <p:cNvPr id="508864919" name="Text Placeholder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9502635" y="446300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#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8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48927" name="Text Placeholder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335647" y="3145492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5DAAB0">
                    <a:alpha val="20000"/>
                  </a:srgb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#</a:t>
            </a:r>
            <a:endParaRPr/>
          </a:p>
        </p:txBody>
      </p:sp>
      <p:sp>
        <p:nvSpPr>
          <p:cNvPr id="1289786184" name="Rectangle 15"/>
          <p:cNvSpPr/>
          <p:nvPr userDrawn="1"/>
        </p:nvSpPr>
        <p:spPr bwMode="auto"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870973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22960" y="1934210"/>
            <a:ext cx="527304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Section Header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9_Custom Layou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43483" name="Rectangle 15"/>
          <p:cNvSpPr/>
          <p:nvPr userDrawn="1"/>
        </p:nvSpPr>
        <p:spPr bwMode="auto"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1182471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22959" y="2691447"/>
            <a:ext cx="6272321" cy="1694180"/>
          </a:xfrm>
        </p:spPr>
        <p:txBody>
          <a:bodyPr lIns="0" anchor="b"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Section Header</a:t>
            </a:r>
            <a:endParaRPr/>
          </a:p>
        </p:txBody>
      </p:sp>
      <p:sp>
        <p:nvSpPr>
          <p:cNvPr id="599346407" name="Text Placeholder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591826" y="2613057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3B7579"/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#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Imag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113424" name="Rectangle 6"/>
          <p:cNvSpPr/>
          <p:nvPr userDrawn="1"/>
        </p:nvSpPr>
        <p:spPr bwMode="auto"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  <a:defRPr/>
            </a:pPr>
            <a:endParaRPr lang="en-US" sz="1400" b="0" i="0" spc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74197086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Slide Title Here</a:t>
            </a:r>
            <a:endParaRPr/>
          </a:p>
        </p:txBody>
      </p:sp>
      <p:sp>
        <p:nvSpPr>
          <p:cNvPr id="140506018" name="Text Placeholder 11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SUBTITLE HERE</a:t>
            </a:r>
            <a:endParaRPr/>
          </a:p>
        </p:txBody>
      </p:sp>
      <p:sp>
        <p:nvSpPr>
          <p:cNvPr id="1414270464" name="Shape 62"/>
          <p:cNvSpPr/>
          <p:nvPr userDrawn="1"/>
        </p:nvSpPr>
        <p:spPr bwMode="auto">
          <a:xfrm rot="16199999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lang="en-US" sz="1500"/>
          </a:p>
        </p:txBody>
      </p:sp>
      <p:sp>
        <p:nvSpPr>
          <p:cNvPr id="1050250589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7718322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74012548" name="Text Placeholder 8"/>
          <p:cNvSpPr>
            <a:spLocks noGrp="1"/>
          </p:cNvSpPr>
          <p:nvPr>
            <p:ph type="body" sz="quarter" idx="18"/>
          </p:nvPr>
        </p:nvSpPr>
        <p:spPr bwMode="auto">
          <a:xfrm>
            <a:off x="7718322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16179805" name="Text Placeholder 8"/>
          <p:cNvSpPr>
            <a:spLocks noGrp="1"/>
          </p:cNvSpPr>
          <p:nvPr>
            <p:ph type="body" sz="quarter" idx="19"/>
          </p:nvPr>
        </p:nvSpPr>
        <p:spPr bwMode="auto">
          <a:xfrm>
            <a:off x="7718322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27342302" name="Text Placeholder 8"/>
          <p:cNvSpPr>
            <a:spLocks noGrp="1"/>
          </p:cNvSpPr>
          <p:nvPr>
            <p:ph type="body" sz="quarter" idx="20"/>
          </p:nvPr>
        </p:nvSpPr>
        <p:spPr bwMode="auto">
          <a:xfrm>
            <a:off x="7718322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61834657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232959904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6790155" y="1042384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74165598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6790155" y="2331743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39577633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6790155" y="3621102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46946266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6790155" y="4910461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Imag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439567" name="Picture Placeholder 2"/>
          <p:cNvSpPr>
            <a:spLocks noGrp="1"/>
          </p:cNvSpPr>
          <p:nvPr>
            <p:ph type="pic" sz="quarter" idx="21"/>
          </p:nvPr>
        </p:nvSpPr>
        <p:spPr bwMode="auto">
          <a:xfrm>
            <a:off x="841375" y="3097232"/>
            <a:ext cx="4008120" cy="2742196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7374143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41057" y="1100290"/>
            <a:ext cx="4008437" cy="1395208"/>
          </a:xfrm>
        </p:spPr>
        <p:txBody>
          <a:bodyPr lIns="0" anchor="b"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</a:t>
            </a:r>
            <a:br>
              <a:rPr lang="en-US"/>
            </a:br>
            <a:r>
              <a:rPr lang="en-US"/>
              <a:t>Slide Title Here</a:t>
            </a:r>
            <a:endParaRPr/>
          </a:p>
        </p:txBody>
      </p:sp>
      <p:sp>
        <p:nvSpPr>
          <p:cNvPr id="560147442" name="Text Placeholder 11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41058" y="2561159"/>
            <a:ext cx="4008437" cy="37508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SUBTITLE HERE</a:t>
            </a:r>
            <a:endParaRPr/>
          </a:p>
        </p:txBody>
      </p:sp>
      <p:sp>
        <p:nvSpPr>
          <p:cNvPr id="974278226" name="Shape 62"/>
          <p:cNvSpPr/>
          <p:nvPr userDrawn="1"/>
        </p:nvSpPr>
        <p:spPr bwMode="auto">
          <a:xfrm rot="16199999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lang="en-US" sz="1500"/>
          </a:p>
        </p:txBody>
      </p:sp>
      <p:sp>
        <p:nvSpPr>
          <p:cNvPr id="26016585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7718322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636780224" name="Text Placeholder 8"/>
          <p:cNvSpPr>
            <a:spLocks noGrp="1"/>
          </p:cNvSpPr>
          <p:nvPr>
            <p:ph type="body" sz="quarter" idx="18"/>
          </p:nvPr>
        </p:nvSpPr>
        <p:spPr bwMode="auto">
          <a:xfrm>
            <a:off x="7718322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61625363" name="Text Placeholder 8"/>
          <p:cNvSpPr>
            <a:spLocks noGrp="1"/>
          </p:cNvSpPr>
          <p:nvPr>
            <p:ph type="body" sz="quarter" idx="19"/>
          </p:nvPr>
        </p:nvSpPr>
        <p:spPr bwMode="auto">
          <a:xfrm>
            <a:off x="7718322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414608330" name="Text Placeholder 8"/>
          <p:cNvSpPr>
            <a:spLocks noGrp="1"/>
          </p:cNvSpPr>
          <p:nvPr>
            <p:ph type="body" sz="quarter" idx="20"/>
          </p:nvPr>
        </p:nvSpPr>
        <p:spPr bwMode="auto">
          <a:xfrm>
            <a:off x="7718322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01781050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10950971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13142066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74267287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Imag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940863" name="Rectangle 6"/>
          <p:cNvSpPr/>
          <p:nvPr userDrawn="1"/>
        </p:nvSpPr>
        <p:spPr bwMode="auto">
          <a:xfrm>
            <a:off x="0" y="3721471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  <a:defRPr/>
            </a:pPr>
            <a:endParaRPr lang="en-US" sz="1400" b="0" i="0" spc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34129763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Slide Title Here</a:t>
            </a:r>
            <a:endParaRPr/>
          </a:p>
        </p:txBody>
      </p:sp>
      <p:sp>
        <p:nvSpPr>
          <p:cNvPr id="1736920242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46330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2939139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431060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22664403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715791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27005713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1000521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/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89319713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63078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47702149" name="Text Placeholder 8"/>
          <p:cNvSpPr>
            <a:spLocks noGrp="1"/>
          </p:cNvSpPr>
          <p:nvPr>
            <p:ph type="body" sz="quarter" idx="18"/>
          </p:nvPr>
        </p:nvSpPr>
        <p:spPr bwMode="auto">
          <a:xfrm>
            <a:off x="3476825" y="392375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85887094" name="Text Placeholder 8"/>
          <p:cNvSpPr>
            <a:spLocks noGrp="1"/>
          </p:cNvSpPr>
          <p:nvPr>
            <p:ph type="body" sz="quarter" idx="19"/>
          </p:nvPr>
        </p:nvSpPr>
        <p:spPr bwMode="auto">
          <a:xfrm>
            <a:off x="632287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36384432" name="Text Placeholder 8"/>
          <p:cNvSpPr>
            <a:spLocks noGrp="1"/>
          </p:cNvSpPr>
          <p:nvPr>
            <p:ph type="body" sz="quarter" idx="20"/>
          </p:nvPr>
        </p:nvSpPr>
        <p:spPr bwMode="auto">
          <a:xfrm>
            <a:off x="9168916" y="3916625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97359960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838200" y="133730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Imag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73700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68543" y="1039329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Slide Title Here</a:t>
            </a:r>
            <a:endParaRPr/>
          </a:p>
        </p:txBody>
      </p:sp>
      <p:sp>
        <p:nvSpPr>
          <p:cNvPr id="193281508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69758048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27824362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41340490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69561658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63078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92398977" name="Text Placeholder 8"/>
          <p:cNvSpPr>
            <a:spLocks noGrp="1"/>
          </p:cNvSpPr>
          <p:nvPr>
            <p:ph type="body" sz="quarter" idx="18"/>
          </p:nvPr>
        </p:nvSpPr>
        <p:spPr bwMode="auto">
          <a:xfrm>
            <a:off x="3476825" y="460447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144063625" name="Text Placeholder 8"/>
          <p:cNvSpPr>
            <a:spLocks noGrp="1"/>
          </p:cNvSpPr>
          <p:nvPr>
            <p:ph type="body" sz="quarter" idx="19"/>
          </p:nvPr>
        </p:nvSpPr>
        <p:spPr bwMode="auto">
          <a:xfrm>
            <a:off x="632287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978221285" name="Text Placeholder 8"/>
          <p:cNvSpPr>
            <a:spLocks noGrp="1"/>
          </p:cNvSpPr>
          <p:nvPr>
            <p:ph type="body" sz="quarter" idx="20"/>
          </p:nvPr>
        </p:nvSpPr>
        <p:spPr bwMode="auto">
          <a:xfrm>
            <a:off x="9168916" y="459734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80069177" name="Text Placeholder 6"/>
          <p:cNvSpPr>
            <a:spLocks noGrp="1"/>
          </p:cNvSpPr>
          <p:nvPr>
            <p:ph type="body" sz="quarter" idx="11"/>
          </p:nvPr>
        </p:nvSpPr>
        <p:spPr bwMode="auto">
          <a:xfrm>
            <a:off x="838200" y="201802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mag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155907" name="Rectangle 6"/>
          <p:cNvSpPr/>
          <p:nvPr userDrawn="1"/>
        </p:nvSpPr>
        <p:spPr bwMode="auto"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  <a:defRPr/>
            </a:pPr>
            <a:endParaRPr lang="en-US" sz="1400" b="0" i="0" spc="0">
              <a:solidFill>
                <a:schemeClr val="tx2"/>
              </a:solidFill>
              <a:latin typeface="+mn-lt"/>
              <a:cs typeface="Arial"/>
            </a:endParaRPr>
          </a:p>
        </p:txBody>
      </p:sp>
      <p:sp>
        <p:nvSpPr>
          <p:cNvPr id="62229840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41057" y="223461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Slide Title Here</a:t>
            </a:r>
            <a:endParaRPr/>
          </a:p>
        </p:txBody>
      </p:sp>
      <p:sp>
        <p:nvSpPr>
          <p:cNvPr id="872627344" name="Text Placeholder 11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41058" y="369547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SUBTITLE HERE</a:t>
            </a:r>
            <a:endParaRPr/>
          </a:p>
        </p:txBody>
      </p:sp>
      <p:sp>
        <p:nvSpPr>
          <p:cNvPr id="1789145298" name="Shape 62"/>
          <p:cNvSpPr/>
          <p:nvPr userDrawn="1"/>
        </p:nvSpPr>
        <p:spPr bwMode="auto">
          <a:xfrm rot="16199999" flipV="1">
            <a:off x="965155" y="115261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lang="en-US" sz="1500"/>
          </a:p>
        </p:txBody>
      </p:sp>
      <p:sp>
        <p:nvSpPr>
          <p:cNvPr id="2083808712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44687937" name="Picture Placeholder 5"/>
          <p:cNvSpPr>
            <a:spLocks noGrp="1"/>
          </p:cNvSpPr>
          <p:nvPr>
            <p:ph type="pic" sz="quarter" idx="14"/>
          </p:nvPr>
        </p:nvSpPr>
        <p:spPr bwMode="auto"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12108986" name="Picture Placeholder 5"/>
          <p:cNvSpPr>
            <a:spLocks noGrp="1"/>
          </p:cNvSpPr>
          <p:nvPr>
            <p:ph type="pic" sz="quarter" idx="15"/>
          </p:nvPr>
        </p:nvSpPr>
        <p:spPr bwMode="auto"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23962683" name="Picture Placeholder 5"/>
          <p:cNvSpPr>
            <a:spLocks noGrp="1"/>
          </p:cNvSpPr>
          <p:nvPr>
            <p:ph type="pic" sz="quarter" idx="16"/>
          </p:nvPr>
        </p:nvSpPr>
        <p:spPr bwMode="auto"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70726715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7718322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991535964" name="Text Placeholder 8"/>
          <p:cNvSpPr>
            <a:spLocks noGrp="1"/>
          </p:cNvSpPr>
          <p:nvPr>
            <p:ph type="body" sz="quarter" idx="18"/>
          </p:nvPr>
        </p:nvSpPr>
        <p:spPr bwMode="auto">
          <a:xfrm>
            <a:off x="7718322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394768788" name="Text Placeholder 8"/>
          <p:cNvSpPr>
            <a:spLocks noGrp="1"/>
          </p:cNvSpPr>
          <p:nvPr>
            <p:ph type="body" sz="quarter" idx="19"/>
          </p:nvPr>
        </p:nvSpPr>
        <p:spPr bwMode="auto">
          <a:xfrm>
            <a:off x="7718322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73191887" name="Text Placeholder 8"/>
          <p:cNvSpPr>
            <a:spLocks noGrp="1"/>
          </p:cNvSpPr>
          <p:nvPr>
            <p:ph type="body" sz="quarter" idx="20"/>
          </p:nvPr>
        </p:nvSpPr>
        <p:spPr bwMode="auto">
          <a:xfrm>
            <a:off x="7718322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737253" name="Title 1"/>
          <p:cNvSpPr>
            <a:spLocks noGrp="1"/>
          </p:cNvSpPr>
          <p:nvPr>
            <p:ph type="title"/>
          </p:nvPr>
        </p:nvSpPr>
        <p:spPr bwMode="auto">
          <a:xfrm>
            <a:off x="841682" y="971950"/>
            <a:ext cx="3537030" cy="2036099"/>
          </a:xfrm>
        </p:spPr>
        <p:txBody>
          <a:bodyPr lIns="0"/>
          <a:lstStyle>
            <a:lvl1pPr>
              <a:defRPr>
                <a:solidFill>
                  <a:srgbClr val="5DAAB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2829611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6076930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4513604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8970602" y="729827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85344446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076930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30934958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8970602" y="3646649"/>
            <a:ext cx="1643384" cy="1643384"/>
          </a:xfrm>
          <a:prstGeom prst="ellipse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74080124" name="Text Placeholder 6"/>
          <p:cNvSpPr>
            <a:spLocks noGrp="1"/>
          </p:cNvSpPr>
          <p:nvPr>
            <p:ph type="body" sz="quarter" idx="15"/>
          </p:nvPr>
        </p:nvSpPr>
        <p:spPr bwMode="auto">
          <a:xfrm>
            <a:off x="5642770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60113187" name="Text Placeholder 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642770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883395476" name="Text Placeholder 6"/>
          <p:cNvSpPr>
            <a:spLocks noGrp="1"/>
          </p:cNvSpPr>
          <p:nvPr>
            <p:ph type="body" sz="quarter" idx="17"/>
          </p:nvPr>
        </p:nvSpPr>
        <p:spPr bwMode="auto">
          <a:xfrm>
            <a:off x="8544956" y="282383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49365908" name="Text Placehold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544956" y="241951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341634175" name="Text Placeholder 6"/>
          <p:cNvSpPr>
            <a:spLocks noGrp="1"/>
          </p:cNvSpPr>
          <p:nvPr>
            <p:ph type="body" sz="quarter" idx="23"/>
          </p:nvPr>
        </p:nvSpPr>
        <p:spPr bwMode="auto">
          <a:xfrm>
            <a:off x="5642770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902439264" name="Text Placeholder 6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642770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462512387" name="Text Placeholder 6"/>
          <p:cNvSpPr>
            <a:spLocks noGrp="1"/>
          </p:cNvSpPr>
          <p:nvPr>
            <p:ph type="body" sz="quarter" idx="25"/>
          </p:nvPr>
        </p:nvSpPr>
        <p:spPr bwMode="auto">
          <a:xfrm>
            <a:off x="8544956" y="5740657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135635489" name="Text Placeholder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544956" y="5336331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158570626" name="Shape 62"/>
          <p:cNvSpPr/>
          <p:nvPr userDrawn="1"/>
        </p:nvSpPr>
        <p:spPr bwMode="auto">
          <a:xfrm rot="16199999" flipV="1">
            <a:off x="965155" y="-18490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sz="15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39325" name="Oval 2"/>
          <p:cNvSpPr/>
          <p:nvPr userDrawn="1"/>
        </p:nvSpPr>
        <p:spPr bwMode="auto">
          <a:xfrm>
            <a:off x="4190264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+mn-lt"/>
            </a:endParaRPr>
          </a:p>
        </p:txBody>
      </p:sp>
      <p:sp>
        <p:nvSpPr>
          <p:cNvPr id="155698120" name="Title 1"/>
          <p:cNvSpPr>
            <a:spLocks noGrp="1"/>
          </p:cNvSpPr>
          <p:nvPr>
            <p:ph type="title"/>
          </p:nvPr>
        </p:nvSpPr>
        <p:spPr bwMode="auto">
          <a:xfrm>
            <a:off x="2106887" y="616350"/>
            <a:ext cx="7978227" cy="1062602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7911651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4306007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18914932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6273705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1644345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4306007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55076985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6273705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22114144" name="Text Placeholder 6"/>
          <p:cNvSpPr>
            <a:spLocks noGrp="1"/>
          </p:cNvSpPr>
          <p:nvPr>
            <p:ph type="body" sz="quarter" idx="15"/>
          </p:nvPr>
        </p:nvSpPr>
        <p:spPr bwMode="auto">
          <a:xfrm>
            <a:off x="1504731" y="3168715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132148044" name="Text Placeholder 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504731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407678685" name="Text Placeholder 6"/>
          <p:cNvSpPr>
            <a:spLocks noGrp="1"/>
          </p:cNvSpPr>
          <p:nvPr>
            <p:ph type="body" sz="quarter" idx="17"/>
          </p:nvPr>
        </p:nvSpPr>
        <p:spPr bwMode="auto">
          <a:xfrm>
            <a:off x="8241403" y="3168715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401784015" name="Text Placehold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241403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285743190" name="Text Placeholder 6"/>
          <p:cNvSpPr>
            <a:spLocks noGrp="1"/>
          </p:cNvSpPr>
          <p:nvPr>
            <p:ph type="body" sz="quarter" idx="19"/>
          </p:nvPr>
        </p:nvSpPr>
        <p:spPr bwMode="auto">
          <a:xfrm>
            <a:off x="1504731" y="5167572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322370075" name="Text Placeholder 6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1504731" y="4763245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93014347" name="Text Placeholder 6"/>
          <p:cNvSpPr>
            <a:spLocks noGrp="1"/>
          </p:cNvSpPr>
          <p:nvPr>
            <p:ph type="body" sz="quarter" idx="21"/>
          </p:nvPr>
        </p:nvSpPr>
        <p:spPr bwMode="auto">
          <a:xfrm>
            <a:off x="8241403" y="5167572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59986206" name="Text Placeholder 6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241403" y="4763245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ADD NAME HERE</a:t>
            </a:r>
            <a:endParaRPr/>
          </a:p>
        </p:txBody>
      </p:sp>
      <p:sp>
        <p:nvSpPr>
          <p:cNvPr id="1725845167" name="Oval 16"/>
          <p:cNvSpPr/>
          <p:nvPr userDrawn="1"/>
        </p:nvSpPr>
        <p:spPr bwMode="auto">
          <a:xfrm>
            <a:off x="6157960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+mn-lt"/>
            </a:endParaRPr>
          </a:p>
        </p:txBody>
      </p:sp>
      <p:sp>
        <p:nvSpPr>
          <p:cNvPr id="200022223" name="Oval 17"/>
          <p:cNvSpPr/>
          <p:nvPr userDrawn="1"/>
        </p:nvSpPr>
        <p:spPr bwMode="auto">
          <a:xfrm>
            <a:off x="4190264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+mn-lt"/>
            </a:endParaRPr>
          </a:p>
        </p:txBody>
      </p:sp>
      <p:sp>
        <p:nvSpPr>
          <p:cNvPr id="996698835" name="Oval 18"/>
          <p:cNvSpPr/>
          <p:nvPr userDrawn="1"/>
        </p:nvSpPr>
        <p:spPr bwMode="auto">
          <a:xfrm>
            <a:off x="6157960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Blank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83114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47180" y="687572"/>
            <a:ext cx="4767261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</a:t>
            </a:r>
            <a:br>
              <a:rPr lang="en-US"/>
            </a:br>
            <a:r>
              <a:rPr lang="en-US"/>
              <a:t>Slide Title Here</a:t>
            </a:r>
            <a:endParaRPr/>
          </a:p>
        </p:txBody>
      </p:sp>
      <p:sp>
        <p:nvSpPr>
          <p:cNvPr id="1218209396" name="Text Placeholder 11"/>
          <p:cNvSpPr>
            <a:spLocks noGrp="1"/>
          </p:cNvSpPr>
          <p:nvPr>
            <p:ph type="body" sz="quarter" idx="11"/>
          </p:nvPr>
        </p:nvSpPr>
        <p:spPr bwMode="auto"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37359613" name="Chart Placeholder 2"/>
          <p:cNvSpPr>
            <a:spLocks noGrp="1"/>
          </p:cNvSpPr>
          <p:nvPr>
            <p:ph type="chart" sz="quarter" idx="13"/>
          </p:nvPr>
        </p:nvSpPr>
        <p:spPr bwMode="auto">
          <a:xfrm>
            <a:off x="838200" y="2392680"/>
            <a:ext cx="10719842" cy="4167505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chart</a:t>
            </a:r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lank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816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47180" y="687572"/>
            <a:ext cx="4767261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</a:t>
            </a:r>
            <a:br>
              <a:rPr lang="en-US"/>
            </a:br>
            <a:r>
              <a:rPr lang="en-US"/>
              <a:t>Slide Title Here</a:t>
            </a:r>
            <a:endParaRPr/>
          </a:p>
        </p:txBody>
      </p:sp>
      <p:sp>
        <p:nvSpPr>
          <p:cNvPr id="1311214485" name="Text Placeholder 11"/>
          <p:cNvSpPr>
            <a:spLocks noGrp="1"/>
          </p:cNvSpPr>
          <p:nvPr>
            <p:ph type="body" sz="quarter" idx="11"/>
          </p:nvPr>
        </p:nvSpPr>
        <p:spPr bwMode="auto"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56834293" name="Chart Placeholder 2"/>
          <p:cNvSpPr>
            <a:spLocks noGrp="1"/>
          </p:cNvSpPr>
          <p:nvPr>
            <p:ph type="chart" sz="quarter" idx="13"/>
          </p:nvPr>
        </p:nvSpPr>
        <p:spPr bwMode="auto">
          <a:xfrm>
            <a:off x="5815420" y="2392680"/>
            <a:ext cx="5742621" cy="4023995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chart</a:t>
            </a:r>
            <a:endParaRPr lang="en-US"/>
          </a:p>
        </p:txBody>
      </p:sp>
      <p:sp>
        <p:nvSpPr>
          <p:cNvPr id="1826074348" name="Picture Placeholder 3"/>
          <p:cNvSpPr>
            <a:spLocks noGrp="1"/>
          </p:cNvSpPr>
          <p:nvPr>
            <p:ph type="pic" sz="quarter" idx="14"/>
          </p:nvPr>
        </p:nvSpPr>
        <p:spPr bwMode="auto">
          <a:xfrm>
            <a:off x="838200" y="2392045"/>
            <a:ext cx="4776788" cy="4023995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59137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47700" y="289560"/>
            <a:ext cx="10896600" cy="893218"/>
          </a:xfrm>
        </p:spPr>
        <p:txBody>
          <a:bodyPr anchor="b"/>
          <a:lstStyle>
            <a:lvl1pPr algn="ctr"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53017303" name="Text Placeholder 11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47700" y="1097363"/>
            <a:ext cx="10896600" cy="602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en-US"/>
              <a:t>SUBTITLE HERE</a:t>
            </a:r>
            <a:endParaRPr/>
          </a:p>
        </p:txBody>
      </p:sp>
      <p:sp>
        <p:nvSpPr>
          <p:cNvPr id="1873288894" name="Table Placeholder 3"/>
          <p:cNvSpPr>
            <a:spLocks noGrp="1"/>
          </p:cNvSpPr>
          <p:nvPr>
            <p:ph type="tbl" sz="quarter" idx="13"/>
          </p:nvPr>
        </p:nvSpPr>
        <p:spPr bwMode="auto">
          <a:xfrm>
            <a:off x="647700" y="1806575"/>
            <a:ext cx="10896600" cy="4578350"/>
          </a:xfrm>
        </p:spPr>
        <p:txBody>
          <a:bodyPr/>
          <a:lstStyle/>
          <a:p>
            <a:pPr>
              <a:defRPr/>
            </a:pPr>
            <a:r>
              <a:rPr lang="en-US"/>
              <a:t>Click icon to add table</a:t>
            </a:r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194979" name="Rectangle 2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651429" name="Picture Placeholder 6"/>
          <p:cNvSpPr>
            <a:spLocks noGrp="1"/>
          </p:cNvSpPr>
          <p:nvPr>
            <p:ph type="pic" sz="quarter" idx="13"/>
          </p:nvPr>
        </p:nvSpPr>
        <p:spPr bwMode="auto">
          <a:xfrm>
            <a:off x="3236595" y="260350"/>
            <a:ext cx="4492625" cy="63007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52245837" name="Picture Placeholder 6"/>
          <p:cNvSpPr>
            <a:spLocks noGrp="1"/>
          </p:cNvSpPr>
          <p:nvPr>
            <p:ph type="pic" sz="quarter" idx="15"/>
          </p:nvPr>
        </p:nvSpPr>
        <p:spPr bwMode="auto">
          <a:xfrm>
            <a:off x="7839076" y="260350"/>
            <a:ext cx="4052888" cy="3803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52023199" name="Picture Placeholder 6"/>
          <p:cNvSpPr>
            <a:spLocks noGrp="1"/>
          </p:cNvSpPr>
          <p:nvPr>
            <p:ph type="pic" sz="quarter" idx="16"/>
          </p:nvPr>
        </p:nvSpPr>
        <p:spPr bwMode="auto">
          <a:xfrm>
            <a:off x="7839076" y="4165600"/>
            <a:ext cx="4052888" cy="23955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3190852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518160" y="524171"/>
            <a:ext cx="2578099" cy="2508588"/>
          </a:xfrm>
        </p:spPr>
        <p:txBody>
          <a:bodyPr lIns="0" anchor="t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</a:t>
            </a:r>
            <a:br>
              <a:rPr lang="en-US"/>
            </a:br>
            <a:r>
              <a:rPr lang="en-US"/>
              <a:t>Slide Title Here</a:t>
            </a:r>
            <a:endParaRPr/>
          </a:p>
        </p:txBody>
      </p:sp>
      <p:sp>
        <p:nvSpPr>
          <p:cNvPr id="1253849810" name="Shape 62"/>
          <p:cNvSpPr/>
          <p:nvPr userDrawn="1"/>
        </p:nvSpPr>
        <p:spPr bwMode="auto">
          <a:xfrm rot="16199999" flipV="1">
            <a:off x="965155" y="-70306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</a:defRPr>
            </a:pPr>
            <a:endParaRPr lang="en-US" sz="150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317070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212725" y="198755"/>
            <a:ext cx="3856038" cy="42354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3202726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4312285" y="198755"/>
            <a:ext cx="7651115" cy="42354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30714509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213361" y="4648200"/>
            <a:ext cx="7651116" cy="20116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28657844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8122919" y="4648200"/>
            <a:ext cx="3855721" cy="20116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56352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8543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70773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 b="1" i="0" spc="-150">
          <a:solidFill>
            <a:schemeClr val="tx2"/>
          </a:solidFill>
          <a:latin typeface="+mj-lt"/>
          <a:ea typeface="+mj-ea"/>
          <a:cs typeface="Gill San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000" b="0" i="0">
          <a:solidFill>
            <a:schemeClr val="tx2"/>
          </a:solidFill>
          <a:latin typeface="+mn-lt"/>
          <a:ea typeface="+mn-ea"/>
          <a:cs typeface="Arial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chemeClr val="tx2"/>
          </a:solidFill>
          <a:latin typeface="+mn-lt"/>
          <a:ea typeface="+mn-ea"/>
          <a:cs typeface="Arial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 b="0" i="0">
          <a:solidFill>
            <a:schemeClr val="tx2"/>
          </a:solidFill>
          <a:latin typeface="+mn-lt"/>
          <a:ea typeface="+mn-ea"/>
          <a:cs typeface="Arial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 b="0" i="0">
          <a:solidFill>
            <a:schemeClr val="tx2"/>
          </a:solidFill>
          <a:latin typeface="+mn-lt"/>
          <a:ea typeface="+mn-ea"/>
          <a:cs typeface="Arial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 b="0" i="0">
          <a:solidFill>
            <a:schemeClr val="tx2"/>
          </a:solidFill>
          <a:latin typeface="+mn-lt"/>
          <a:ea typeface="+mn-ea"/>
          <a:cs typeface="Arial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246513" name="Title 1"/>
          <p:cNvSpPr>
            <a:spLocks noGrp="1"/>
          </p:cNvSpPr>
          <p:nvPr>
            <p:ph type="title"/>
          </p:nvPr>
        </p:nvSpPr>
        <p:spPr bwMode="auto">
          <a:xfrm>
            <a:off x="466725" y="2371725"/>
            <a:ext cx="10896600" cy="15038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/>
              <a:t>COLLEGE OF ENGINEERING</a:t>
            </a:r>
            <a:br>
              <a:rPr lang="en-US" sz="2400"/>
            </a:br>
            <a:r>
              <a:rPr lang="en-US" sz="2400">
                <a:solidFill>
                  <a:srgbClr val="00B0F0"/>
                </a:solidFill>
              </a:rPr>
              <a:t>DEPARTMENT OF SOFTWARE ENGINEERING</a:t>
            </a:r>
            <a:br>
              <a:rPr lang="en-US" sz="1800"/>
            </a:br>
            <a:br>
              <a:rPr lang="en-US" sz="1800"/>
            </a:br>
            <a:r>
              <a:rPr lang="en-US" sz="1800"/>
              <a:t>INTRODUCTION TO MACHINE LEARNING (SWEG4112)</a:t>
            </a:r>
            <a:br>
              <a:rPr lang="en-US" sz="1800"/>
            </a:br>
            <a:endParaRPr sz="1800"/>
          </a:p>
        </p:txBody>
      </p:sp>
      <p:sp>
        <p:nvSpPr>
          <p:cNvPr id="431057834" name="Text Placeholder 2"/>
          <p:cNvSpPr>
            <a:spLocks noGrp="1"/>
          </p:cNvSpPr>
          <p:nvPr>
            <p:ph type="body" sz="quarter" idx="12"/>
          </p:nvPr>
        </p:nvSpPr>
        <p:spPr bwMode="auto">
          <a:xfrm>
            <a:off x="647700" y="4564463"/>
            <a:ext cx="3476625" cy="1950637"/>
          </a:xfrm>
        </p:spPr>
        <p:txBody>
          <a:bodyPr/>
          <a:lstStyle/>
          <a:p>
            <a:pPr algn="l">
              <a:defRPr/>
            </a:pPr>
            <a:r>
              <a:rPr lang="en-US"/>
              <a:t>Name: </a:t>
            </a:r>
            <a:endParaRPr/>
          </a:p>
          <a:p>
            <a:pPr algn="l">
              <a:defRPr/>
            </a:pPr>
            <a:r>
              <a:rPr lang="en-US"/>
              <a:t>Selahadin</a:t>
            </a:r>
            <a:r>
              <a:rPr lang="en-US"/>
              <a:t> Desalegn</a:t>
            </a:r>
            <a:endParaRPr/>
          </a:p>
          <a:p>
            <a:pPr algn="l">
              <a:defRPr/>
            </a:pPr>
            <a:r>
              <a:rPr lang="en-US"/>
              <a:t>Natnahom Asfaw</a:t>
            </a:r>
            <a:endParaRPr/>
          </a:p>
          <a:p>
            <a:pPr algn="l">
              <a:defRPr/>
            </a:pPr>
            <a:r>
              <a:rPr lang="en-US"/>
              <a:t>Nebyu</a:t>
            </a:r>
            <a:r>
              <a:rPr lang="en-US"/>
              <a:t> Daniel</a:t>
            </a:r>
            <a:endParaRPr/>
          </a:p>
          <a:p>
            <a:pPr algn="l">
              <a:defRPr/>
            </a:pPr>
            <a:r>
              <a:rPr lang="en-US"/>
              <a:t>Nebiyu</a:t>
            </a:r>
            <a:r>
              <a:rPr lang="en-US"/>
              <a:t> </a:t>
            </a:r>
            <a:r>
              <a:rPr lang="en-US"/>
              <a:t>Ermiyas</a:t>
            </a:r>
            <a:endParaRPr lang="en-US"/>
          </a:p>
          <a:p>
            <a:pPr algn="l">
              <a:defRPr/>
            </a:pPr>
            <a:r>
              <a:rPr lang="en-US"/>
              <a:t>Abenezer</a:t>
            </a:r>
            <a:r>
              <a:rPr lang="en-US"/>
              <a:t> </a:t>
            </a:r>
            <a:r>
              <a:rPr lang="en-US"/>
              <a:t>Yonathan</a:t>
            </a:r>
            <a:endParaRPr/>
          </a:p>
        </p:txBody>
      </p:sp>
      <p:pic>
        <p:nvPicPr>
          <p:cNvPr id="232532427" name="Picture 4"/>
          <p:cNvPicPr/>
          <p:nvPr/>
        </p:nvPicPr>
        <p:blipFill rotWithShape="1">
          <a:blip r:embed="rId3"/>
          <a:stretch/>
        </p:blipFill>
        <p:spPr bwMode="auto">
          <a:xfrm>
            <a:off x="3214687" y="0"/>
            <a:ext cx="57626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5032276" name="Text Placeholder 2"/>
          <p:cNvSpPr txBox="1"/>
          <p:nvPr/>
        </p:nvSpPr>
        <p:spPr bwMode="auto">
          <a:xfrm>
            <a:off x="7772401" y="5829300"/>
            <a:ext cx="4248150" cy="897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spc="30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1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05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0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0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/>
              <a:t>Presentedd</a:t>
            </a:r>
            <a:r>
              <a:rPr lang="en-US"/>
              <a:t> to: Mr. </a:t>
            </a:r>
            <a:r>
              <a:rPr lang="en-US"/>
              <a:t>Kassahun</a:t>
            </a:r>
            <a:endParaRPr lang="en-US"/>
          </a:p>
          <a:p>
            <a:pPr algn="l">
              <a:defRPr/>
            </a:pPr>
            <a:r>
              <a:rPr lang="en-US"/>
              <a:t>Date: 04/01/2026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3997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LR (O) Parser</a:t>
            </a:r>
            <a:endParaRPr/>
          </a:p>
        </p:txBody>
      </p:sp>
      <p:sp>
        <p:nvSpPr>
          <p:cNvPr id="1316884216" name="Text Placeholder 5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838199" y="3090443"/>
            <a:ext cx="7252503" cy="36175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lang="en-AU" sz="2800"/>
              <a:t>Interactive parsing with visualization</a:t>
            </a:r>
            <a:endParaRPr lang="en-AU" sz="2800"/>
          </a:p>
          <a:p>
            <a:pPr algn="ctr">
              <a:defRPr/>
            </a:pPr>
            <a:r>
              <a:rPr lang="en-US" sz="1800" b="0" i="0" u="none" strike="noStrike" cap="none" spc="299">
                <a:solidFill>
                  <a:schemeClr val="bg1"/>
                </a:solidFill>
                <a:latin typeface="Arial"/>
                <a:ea typeface="Arial"/>
                <a:cs typeface="Arial"/>
              </a:rPr>
              <a:t>COMPILER CONSTRUCTION TOOL</a:t>
            </a:r>
            <a:endParaRPr lang="en-US" sz="1400" b="0" i="0" u="none" strike="noStrike" cap="none" spc="299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US" sz="1800" b="1" i="0" u="none" strike="noStrike" cap="none" spc="299">
                <a:solidFill>
                  <a:schemeClr val="bg1"/>
                </a:solidFill>
                <a:latin typeface="Arial"/>
                <a:ea typeface="Arial"/>
                <a:cs typeface="Arial"/>
              </a:rPr>
              <a:t>Interactive Learning Platform for Parsing Theory</a:t>
            </a:r>
            <a:endParaRPr lang="en-US" sz="1400" b="0" i="0" u="none" strike="noStrike" cap="none" spc="299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1" i="0" u="none" strike="noStrike" cap="none" spc="299">
                <a:solidFill>
                  <a:schemeClr val="bg1"/>
                </a:solidFill>
                <a:latin typeface="Arial"/>
                <a:ea typeface="Arial"/>
                <a:cs typeface="Arial"/>
              </a:rPr>
              <a:t>Features:</a:t>
            </a:r>
            <a:endParaRPr lang="en-US" sz="1400" b="0" i="0" u="none" strike="noStrike" cap="none" spc="299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299">
                <a:solidFill>
                  <a:schemeClr val="bg1"/>
                </a:solidFill>
                <a:latin typeface="Arial"/>
                <a:ea typeface="Arial"/>
                <a:cs typeface="Arial"/>
              </a:rPr>
              <a:t>- </a:t>
            </a:r>
            <a:endParaRPr lang="en-US" sz="1400" b="0" i="0" u="none" strike="noStrike" cap="none" spc="299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90472950" name="Picture Placeholder 5" descr="Buildings"/>
          <p:cNvPicPr>
            <a:picLocks noChangeAspect="1" noGrp="1"/>
          </p:cNvPicPr>
          <p:nvPr>
            <p:ph type="pic" sz="quarter" idx="15"/>
          </p:nvPr>
        </p:nvPicPr>
        <p:blipFill rotWithShape="1">
          <a:blip r:embed="rId3">
            <a:grayscl/>
          </a:blip>
          <a:srcRect l="0" t="7813" r="0" b="7813"/>
          <a:stretch/>
        </p:blipFill>
        <p:spPr bwMode="auto">
          <a:xfrm>
            <a:off x="0" y="0"/>
            <a:ext cx="12192000" cy="685800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892078" name="Title 8"/>
          <p:cNvSpPr>
            <a:spLocks noGrp="1"/>
          </p:cNvSpPr>
          <p:nvPr>
            <p:ph type="title"/>
          </p:nvPr>
        </p:nvSpPr>
        <p:spPr bwMode="auto">
          <a:xfrm>
            <a:off x="466725" y="4867539"/>
            <a:ext cx="3087703" cy="1025525"/>
          </a:xfrm>
        </p:spPr>
        <p:txBody>
          <a:bodyPr/>
          <a:lstStyle/>
          <a:p>
            <a:pPr>
              <a:defRPr/>
            </a:pPr>
            <a:r>
              <a:rPr lang="en-US"/>
              <a:t>Overview</a:t>
            </a:r>
            <a:endParaRPr/>
          </a:p>
        </p:txBody>
      </p:sp>
      <p:pic>
        <p:nvPicPr>
          <p:cNvPr id="2113436023" name="Picture Placeholder 4" descr="Two people sitting at a table&#10;&#10;Description automatically generated"/>
          <p:cNvPicPr>
            <a:picLocks noChangeAspect="1" noGrp="1"/>
          </p:cNvPicPr>
          <p:nvPr>
            <p:ph type="pic" sz="quarter" idx="12"/>
          </p:nvPr>
        </p:nvPicPr>
        <p:blipFill rotWithShape="1">
          <a:blip r:embed="rId3"/>
          <a:srcRect l="19952" t="0" r="19952" b="0"/>
          <a:stretch/>
        </p:blipFill>
        <p:spPr bwMode="auto"/>
      </p:pic>
      <p:sp>
        <p:nvSpPr>
          <p:cNvPr id="1734168430" name="Text Placeholder 10"/>
          <p:cNvSpPr txBox="1"/>
          <p:nvPr/>
        </p:nvSpPr>
        <p:spPr bwMode="auto">
          <a:xfrm>
            <a:off x="7569843" y="2775785"/>
            <a:ext cx="4155432" cy="2566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Features:</a:t>
            </a:r>
            <a:endParaRPr b="1">
              <a:solidFill>
                <a:schemeClr val="accent2">
                  <a:lumMod val="10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lang="en-US" sz="1400" b="0" i="0" u="none" strike="noStrike" cap="none" spc="29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Complete LR(0) parser </a:t>
            </a:r>
            <a:r>
              <a:rPr lang="en-US" sz="1400" b="0" i="0" u="none" strike="noStrike" cap="none" spc="29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implementation</a:t>
            </a:r>
            <a:endParaRPr sz="1400" b="0" i="0" u="none" strike="noStrike" cap="none" spc="299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0" i="0" u="none" strike="noStrike" cap="none" spc="29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Parse tree generation and visualization</a:t>
            </a:r>
            <a:endParaRPr sz="1400" b="0" i="0" u="none" strike="noStrike" cap="none" spc="299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0" i="0" u="none" strike="noStrike" cap="none" spc="29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Interactive grammar input</a:t>
            </a:r>
            <a:endParaRPr sz="1400" b="0" i="0" u="none" strike="noStrike" cap="none" spc="299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0" i="0" u="none" strike="noStrike" cap="none" spc="299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Conflict detection and analysis</a:t>
            </a:r>
            <a:endParaRPr sz="1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br>
              <a:rPr lang="en-US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endParaRPr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88070" name="Title 8"/>
          <p:cNvSpPr>
            <a:spLocks noGrp="1"/>
          </p:cNvSpPr>
          <p:nvPr>
            <p:ph type="title"/>
          </p:nvPr>
        </p:nvSpPr>
        <p:spPr bwMode="auto">
          <a:xfrm>
            <a:off x="2152891" y="1691472"/>
            <a:ext cx="5045593" cy="1325563"/>
          </a:xfrm>
        </p:spPr>
        <p:txBody>
          <a:bodyPr/>
          <a:lstStyle/>
          <a:p>
            <a:pPr>
              <a:defRPr/>
            </a:pPr>
            <a:r>
              <a:rPr lang="en-US"/>
              <a:t>What is LR(O) </a:t>
            </a:r>
            <a:r>
              <a:rPr lang="en-US">
                <a:solidFill>
                  <a:srgbClr val="5DAAB0"/>
                </a:solidFill>
              </a:rPr>
              <a:t>Parsing?</a:t>
            </a:r>
            <a:endParaRPr/>
          </a:p>
        </p:txBody>
      </p:sp>
      <p:sp>
        <p:nvSpPr>
          <p:cNvPr id="740320674" name="Text Placeholder 10"/>
          <p:cNvSpPr>
            <a:spLocks noGrp="1"/>
          </p:cNvSpPr>
          <p:nvPr>
            <p:ph type="body" sz="quarter" idx="11"/>
          </p:nvPr>
        </p:nvSpPr>
        <p:spPr bwMode="auto">
          <a:xfrm>
            <a:off x="7569842" y="473528"/>
            <a:ext cx="4622157" cy="609055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AU" b="1"/>
              <a:t>LR Parser Family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 b="1"/>
              <a:t>L</a:t>
            </a:r>
            <a:r>
              <a:rPr lang="en-AU"/>
              <a:t>eft-to-right scan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 b="1"/>
              <a:t>R</a:t>
            </a:r>
            <a:r>
              <a:rPr lang="en-AU"/>
              <a:t>ightmost derivation in reverse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 b="1"/>
              <a:t>0</a:t>
            </a:r>
            <a:r>
              <a:rPr lang="en-AU"/>
              <a:t> zero lookahead symbols</a:t>
            </a:r>
            <a:endParaRPr/>
          </a:p>
          <a:p>
            <a:pPr>
              <a:defRPr/>
            </a:pPr>
            <a:r>
              <a:rPr lang="en-AU" b="1"/>
              <a:t>Key Characteristics: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Bottom-up parsing technique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Most powerful deterministic parser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Recognizes deterministic context-free languages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Basis for SLR, LALR, LR(1) parsers</a:t>
            </a:r>
            <a:endParaRPr/>
          </a:p>
          <a:p>
            <a:pPr>
              <a:defRPr/>
            </a:pPr>
            <a:r>
              <a:rPr lang="en-AU" b="1"/>
              <a:t>LR(0) Automaton: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Collection of LR(0) items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States connected via </a:t>
            </a:r>
            <a:r>
              <a:rPr lang="en-AU"/>
              <a:t>goto</a:t>
            </a:r>
            <a:r>
              <a:rPr lang="en-AU"/>
              <a:t> transitions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AU"/>
              <a:t>ACTION and GOTO tables guide parsing decisions</a:t>
            </a:r>
            <a:endParaRPr/>
          </a:p>
        </p:txBody>
      </p:sp>
      <p:pic>
        <p:nvPicPr>
          <p:cNvPr id="1110226901" name="Picture Placeholder 12" descr="A group of people sitting in front of a window"/>
          <p:cNvPicPr>
            <a:picLocks noChangeAspect="1" noGrp="1"/>
          </p:cNvPicPr>
          <p:nvPr>
            <p:ph type="pic" sz="quarter" idx="10"/>
          </p:nvPr>
        </p:nvPicPr>
        <p:blipFill rotWithShape="1">
          <a:blip r:embed="rId3"/>
          <a:srcRect l="0" t="44976" r="0" b="13760"/>
          <a:stretch/>
        </p:blipFill>
        <p:spPr bwMode="auto">
          <a:xfrm>
            <a:off x="101329" y="3500437"/>
            <a:ext cx="7380514" cy="3357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921111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1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Key Algorithms Implemented</a:t>
            </a:r>
            <a:endParaRPr/>
          </a:p>
        </p:txBody>
      </p:sp>
      <p:sp>
        <p:nvSpPr>
          <p:cNvPr id="2004413818" name=""/>
          <p:cNvSpPr txBox="1"/>
          <p:nvPr/>
        </p:nvSpPr>
        <p:spPr bwMode="auto">
          <a:xfrm rot="0" flipH="0" flipV="0">
            <a:off x="61567" y="1280322"/>
            <a:ext cx="2584396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1. Closure Computation</a:t>
            </a:r>
            <a:endParaRPr/>
          </a:p>
        </p:txBody>
      </p:sp>
      <p:sp>
        <p:nvSpPr>
          <p:cNvPr id="1355716389" name=""/>
          <p:cNvSpPr txBox="1"/>
          <p:nvPr/>
        </p:nvSpPr>
        <p:spPr bwMode="auto">
          <a:xfrm rot="0" flipH="0" flipV="0">
            <a:off x="242767" y="1794915"/>
            <a:ext cx="5424737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def closure(items, G, nonterminals):</a:t>
            </a:r>
            <a:endParaRPr/>
          </a:p>
          <a:p>
            <a:pPr algn="l">
              <a:defRPr/>
            </a:pPr>
            <a:r>
              <a:rPr/>
              <a:t>    I = set(items)</a:t>
            </a:r>
            <a:endParaRPr/>
          </a:p>
          <a:p>
            <a:pPr algn="l">
              <a:defRPr/>
            </a:pPr>
            <a:r>
              <a:rPr/>
              <a:t>    while changed:</a:t>
            </a:r>
            <a:endParaRPr/>
          </a:p>
          <a:p>
            <a:pPr algn="l">
              <a:defRPr/>
            </a:pPr>
            <a:r>
              <a:rPr/>
              <a:t>        for (lhs, rhs, dot) in I:</a:t>
            </a:r>
            <a:endParaRPr/>
          </a:p>
          <a:p>
            <a:pPr algn="l">
              <a:defRPr/>
            </a:pPr>
            <a:r>
              <a:rPr/>
              <a:t>            if dot &lt; len(rhs) and rhs[dot] in nonterminals:</a:t>
            </a:r>
            <a:endParaRPr/>
          </a:p>
          <a:p>
            <a:pPr algn="l">
              <a:defRPr/>
            </a:pPr>
            <a:r>
              <a:rPr/>
              <a:t>                add productions starting with X</a:t>
            </a:r>
            <a:endParaRPr/>
          </a:p>
          <a:p>
            <a:pPr algn="l">
              <a:defRPr/>
            </a:pPr>
            <a:r>
              <a:rPr/>
              <a:t>    return frozenset(I)</a:t>
            </a:r>
            <a:endParaRPr/>
          </a:p>
        </p:txBody>
      </p:sp>
      <p:sp>
        <p:nvSpPr>
          <p:cNvPr id="377085320" name=""/>
          <p:cNvSpPr txBox="1"/>
          <p:nvPr/>
        </p:nvSpPr>
        <p:spPr bwMode="auto">
          <a:xfrm rot="0" flipH="0" flipV="0">
            <a:off x="6912765" y="1337553"/>
            <a:ext cx="359642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 2. Goto Function</a:t>
            </a:r>
            <a:endParaRPr/>
          </a:p>
          <a:p>
            <a:pPr algn="l">
              <a:defRPr/>
            </a:pPr>
            <a:r>
              <a:rPr/>
              <a:t>- Computes state transitions</a:t>
            </a:r>
            <a:endParaRPr/>
          </a:p>
          <a:p>
            <a:pPr algn="l">
              <a:defRPr/>
            </a:pPr>
            <a:r>
              <a:rPr/>
              <a:t>- Moves dot position</a:t>
            </a:r>
            <a:endParaRPr/>
          </a:p>
          <a:p>
            <a:pPr algn="l">
              <a:defRPr/>
            </a:pPr>
            <a:r>
              <a:rPr/>
              <a:t>- Applies closure</a:t>
            </a:r>
            <a:endParaRPr/>
          </a:p>
        </p:txBody>
      </p:sp>
      <p:sp>
        <p:nvSpPr>
          <p:cNvPr id="381625737" name=""/>
          <p:cNvSpPr txBox="1"/>
          <p:nvPr/>
        </p:nvSpPr>
        <p:spPr bwMode="auto">
          <a:xfrm rot="0" flipH="0" flipV="0">
            <a:off x="6912765" y="2627278"/>
            <a:ext cx="2813105" cy="914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3. Canonical Collection</a:t>
            </a:r>
            <a:endParaRPr/>
          </a:p>
          <a:p>
            <a:pPr algn="l">
              <a:defRPr/>
            </a:pPr>
            <a:r>
              <a:rPr/>
              <a:t>- Builds all LR(0) states</a:t>
            </a:r>
            <a:endParaRPr/>
          </a:p>
          <a:p>
            <a:pPr algn="l">
              <a:defRPr/>
            </a:pPr>
            <a:r>
              <a:rPr/>
              <a:t>- Creates finite automaton</a:t>
            </a:r>
            <a:endParaRPr/>
          </a:p>
        </p:txBody>
      </p:sp>
      <p:sp>
        <p:nvSpPr>
          <p:cNvPr id="1322167839" name=""/>
          <p:cNvSpPr txBox="1"/>
          <p:nvPr/>
        </p:nvSpPr>
        <p:spPr bwMode="auto">
          <a:xfrm rot="0" flipH="0" flipV="0">
            <a:off x="6912765" y="3703806"/>
            <a:ext cx="4489755" cy="914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4. Table Construction</a:t>
            </a:r>
            <a:endParaRPr/>
          </a:p>
          <a:p>
            <a:pPr algn="l">
              <a:defRPr/>
            </a:pPr>
            <a:r>
              <a:rPr/>
              <a:t>- ACTION: shift/reduce decisions</a:t>
            </a:r>
            <a:endParaRPr/>
          </a:p>
          <a:p>
            <a:pPr algn="l">
              <a:defRPr/>
            </a:pPr>
            <a:r>
              <a:rPr/>
              <a:t>- GOTO: state transitions on non-terminals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201915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1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 Interactive Grammar Input</a:t>
            </a:r>
            <a:endParaRPr/>
          </a:p>
        </p:txBody>
      </p:sp>
      <p:sp>
        <p:nvSpPr>
          <p:cNvPr id="1303613002" name=""/>
          <p:cNvSpPr txBox="1"/>
          <p:nvPr/>
        </p:nvSpPr>
        <p:spPr bwMode="auto">
          <a:xfrm rot="0" flipH="0" flipV="0">
            <a:off x="61567" y="1280322"/>
            <a:ext cx="399441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1.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User-Friendly Interface:</a:t>
            </a:r>
            <a:endParaRPr/>
          </a:p>
        </p:txBody>
      </p:sp>
      <p:sp>
        <p:nvSpPr>
          <p:cNvPr id="1296105909" name=""/>
          <p:cNvSpPr txBox="1"/>
          <p:nvPr/>
        </p:nvSpPr>
        <p:spPr bwMode="auto">
          <a:xfrm rot="0" flipH="0" flipV="0">
            <a:off x="242767" y="1794915"/>
            <a:ext cx="5425457" cy="2560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Enter terminals (comma-separated): id, +, *, (, 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Enter non-terminals: E, T, F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Enter start symbol: E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Enter productions: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&gt; E -&gt; E + T | T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&gt; T -&gt; T * F | F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&gt; F -&gt; ( E ) | id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&gt; done</a:t>
            </a:r>
            <a:endParaRPr/>
          </a:p>
        </p:txBody>
      </p:sp>
      <p:sp>
        <p:nvSpPr>
          <p:cNvPr id="580696726" name=""/>
          <p:cNvSpPr txBox="1"/>
          <p:nvPr/>
        </p:nvSpPr>
        <p:spPr bwMode="auto">
          <a:xfrm rot="0" flipH="0" flipV="0">
            <a:off x="7113721" y="1280322"/>
            <a:ext cx="3517428" cy="1737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Features:</a:t>
            </a:r>
            <a:endParaRPr/>
          </a:p>
          <a:p>
            <a:pPr algn="l">
              <a:defRPr/>
            </a:pPr>
            <a:r>
              <a:rPr/>
              <a:t>- Automatic augmentation with S'</a:t>
            </a:r>
            <a:endParaRPr/>
          </a:p>
          <a:p>
            <a:pPr algn="l">
              <a:defRPr/>
            </a:pPr>
            <a:r>
              <a:rPr/>
              <a:t>- Symbol validation</a:t>
            </a:r>
            <a:endParaRPr/>
          </a:p>
          <a:p>
            <a:pPr algn="l">
              <a:defRPr/>
            </a:pPr>
            <a:r>
              <a:rPr/>
              <a:t>- Multi-RHS support with '|'</a:t>
            </a:r>
            <a:endParaRPr/>
          </a:p>
          <a:p>
            <a:pPr algn="l">
              <a:defRPr/>
            </a:pPr>
            <a:r>
              <a:rPr/>
              <a:t>- Epsilon production handling</a:t>
            </a:r>
            <a:endParaRPr/>
          </a:p>
          <a:p>
            <a:pPr algn="l">
              <a:defRPr/>
            </a:pPr>
            <a:r>
              <a:rPr/>
              <a:t>- Interactive error correction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32429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1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Parse Tree Construction</a:t>
            </a:r>
            <a:endParaRPr/>
          </a:p>
        </p:txBody>
      </p:sp>
      <p:sp>
        <p:nvSpPr>
          <p:cNvPr id="235260478" name=""/>
          <p:cNvSpPr txBox="1"/>
          <p:nvPr/>
        </p:nvSpPr>
        <p:spPr bwMode="auto">
          <a:xfrm rot="0" flipH="0" flipV="0">
            <a:off x="61567" y="1280322"/>
            <a:ext cx="399693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1. 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During Parsing</a:t>
            </a:r>
            <a:endParaRPr/>
          </a:p>
        </p:txBody>
      </p:sp>
      <p:sp>
        <p:nvSpPr>
          <p:cNvPr id="1129208341" name=""/>
          <p:cNvSpPr txBox="1"/>
          <p:nvPr/>
        </p:nvSpPr>
        <p:spPr bwMode="auto">
          <a:xfrm rot="0" flipH="0" flipV="0">
            <a:off x="242767" y="1794915"/>
            <a:ext cx="6447792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Stack Operations → Tree Construction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─────────────────────────────────────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Shift 'id'     → Create terminal node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Reduce F → id  → Create F node with id child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Reduce T → F   → Create T node with F child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...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Accept         → Complete tree with root S'</a:t>
            </a:r>
            <a:endParaRPr/>
          </a:p>
        </p:txBody>
      </p:sp>
      <p:sp>
        <p:nvSpPr>
          <p:cNvPr id="312170022" name=""/>
          <p:cNvSpPr txBox="1"/>
          <p:nvPr/>
        </p:nvSpPr>
        <p:spPr bwMode="auto">
          <a:xfrm rot="0" flipH="0" flipV="0">
            <a:off x="6426382" y="1280322"/>
            <a:ext cx="5576018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2, 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Tree Node Structure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class ParseTreeNode: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def __init__(self, symbol, children, is_terminal):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self.symbol = symbol      # Grammar symbol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self.children = children  # Child nodes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self.is_terminal = is_terminal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self.parent = None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3117873" name=""/>
          <p:cNvSpPr txBox="1"/>
          <p:nvPr/>
        </p:nvSpPr>
        <p:spPr bwMode="auto">
          <a:xfrm rot="0" flipH="0" flipV="0">
            <a:off x="518159" y="4501150"/>
            <a:ext cx="5159822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 b="1"/>
              <a:t>Build Process:</a:t>
            </a:r>
            <a:endParaRPr sz="2000"/>
          </a:p>
          <a:p>
            <a:pPr algn="l">
              <a:defRPr/>
            </a:pPr>
            <a:r>
              <a:rPr sz="2000"/>
              <a:t>1. Push terminals during shift</a:t>
            </a:r>
            <a:endParaRPr sz="2000"/>
          </a:p>
          <a:p>
            <a:pPr algn="l">
              <a:defRPr/>
            </a:pPr>
            <a:r>
              <a:rPr sz="2000"/>
              <a:t>2. Pop children during reduce</a:t>
            </a:r>
            <a:endParaRPr sz="2000"/>
          </a:p>
          <a:p>
            <a:pPr algn="l">
              <a:defRPr/>
            </a:pPr>
            <a:r>
              <a:rPr sz="2000"/>
              <a:t>3. Create parent node</a:t>
            </a:r>
            <a:endParaRPr sz="2000"/>
          </a:p>
          <a:p>
            <a:pPr algn="l">
              <a:defRPr/>
            </a:pPr>
            <a:r>
              <a:rPr sz="2000"/>
              <a:t>4. Re-push parent to stack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790468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ASCII Tree Visualization</a:t>
            </a:r>
            <a:endParaRPr b="0"/>
          </a:p>
        </p:txBody>
      </p:sp>
      <p:sp>
        <p:nvSpPr>
          <p:cNvPr id="841078540" name=""/>
          <p:cNvSpPr txBox="1"/>
          <p:nvPr/>
        </p:nvSpPr>
        <p:spPr bwMode="auto">
          <a:xfrm rot="0" flipH="0" flipV="0">
            <a:off x="61567" y="1280322"/>
            <a:ext cx="39983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Console Output Example:</a:t>
            </a:r>
            <a:endParaRPr/>
          </a:p>
        </p:txBody>
      </p:sp>
      <p:sp>
        <p:nvSpPr>
          <p:cNvPr id="1231382132" name=""/>
          <p:cNvSpPr txBox="1"/>
          <p:nvPr/>
        </p:nvSpPr>
        <p:spPr bwMode="auto">
          <a:xfrm rot="0" flipH="0" flipV="0">
            <a:off x="242767" y="1794915"/>
            <a:ext cx="6448512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PARSE TREE (ASCII Console View)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========================================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E'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└── E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├── E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│   └── T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│       └── F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│           └── id (T)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├── + (T)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└── T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├── T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│   └── F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│       └── id (T)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├── * (T)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└── F (NT)</a:t>
            </a:r>
            <a:endParaRPr lang="en-US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└── id (T)</a:t>
            </a:r>
            <a:endParaRPr/>
          </a:p>
        </p:txBody>
      </p:sp>
      <p:sp>
        <p:nvSpPr>
          <p:cNvPr id="659332605" name=""/>
          <p:cNvSpPr txBox="1"/>
          <p:nvPr/>
        </p:nvSpPr>
        <p:spPr bwMode="auto">
          <a:xfrm rot="0" flipH="0" flipV="0">
            <a:off x="7132226" y="1280322"/>
            <a:ext cx="4007694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Features:</a:t>
            </a:r>
            <a:endParaRPr/>
          </a:p>
          <a:p>
            <a:pPr algn="l">
              <a:defRPr/>
            </a:pPr>
            <a:r>
              <a:rPr/>
              <a:t>- Unicode characters for clean display</a:t>
            </a:r>
            <a:endParaRPr/>
          </a:p>
          <a:p>
            <a:pPr algn="l">
              <a:defRPr/>
            </a:pPr>
            <a:r>
              <a:rPr/>
              <a:t>- Terminal/non-terminal identification</a:t>
            </a:r>
            <a:endParaRPr/>
          </a:p>
          <a:p>
            <a:pPr algn="l">
              <a:defRPr/>
            </a:pPr>
            <a:r>
              <a:rPr/>
              <a:t>- Hierarchical structure clearly shown</a:t>
            </a:r>
            <a:endParaRPr/>
          </a:p>
          <a:p>
            <a:pPr algn="l">
              <a:defRPr/>
            </a:pPr>
            <a:r>
              <a:rPr/>
              <a:t>- No external dependencies needed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81044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Graphical Tree Visualization</a:t>
            </a:r>
            <a:endParaRPr b="0"/>
          </a:p>
        </p:txBody>
      </p:sp>
      <p:sp>
        <p:nvSpPr>
          <p:cNvPr id="63984713" name=""/>
          <p:cNvSpPr txBox="1"/>
          <p:nvPr/>
        </p:nvSpPr>
        <p:spPr bwMode="auto">
          <a:xfrm rot="0" flipH="0" flipV="0">
            <a:off x="61567" y="1280322"/>
            <a:ext cx="40001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Parse Tree Example</a:t>
            </a:r>
            <a:endParaRPr/>
          </a:p>
        </p:txBody>
      </p:sp>
      <p:pic>
        <p:nvPicPr>
          <p:cNvPr id="7391191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567" y="1646442"/>
            <a:ext cx="6506677" cy="5054293"/>
          </a:xfrm>
          <a:prstGeom prst="rect">
            <a:avLst/>
          </a:prstGeom>
        </p:spPr>
      </p:pic>
      <p:sp>
        <p:nvSpPr>
          <p:cNvPr id="1392974740" name=""/>
          <p:cNvSpPr txBox="1"/>
          <p:nvPr/>
        </p:nvSpPr>
        <p:spPr bwMode="auto">
          <a:xfrm rot="0" flipH="0" flipV="0">
            <a:off x="6735029" y="1157447"/>
            <a:ext cx="5163744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Visual Elements:</a:t>
            </a:r>
            <a:endParaRPr/>
          </a:p>
          <a:p>
            <a:pPr algn="l">
              <a:defRPr/>
            </a:pPr>
            <a:r>
              <a:rPr/>
              <a:t>- Green nodes: Non-terminals</a:t>
            </a:r>
            <a:endParaRPr/>
          </a:p>
          <a:p>
            <a:pPr algn="l">
              <a:defRPr/>
            </a:pPr>
            <a:r>
              <a:rPr/>
              <a:t>- Blue nodes: Terminals  </a:t>
            </a:r>
            <a:endParaRPr/>
          </a:p>
          <a:p>
            <a:pPr algn="l">
              <a:defRPr/>
            </a:pPr>
            <a:r>
              <a:rPr/>
              <a:t>- Directed edges: Parent-child relationships</a:t>
            </a:r>
            <a:endParaRPr/>
          </a:p>
          <a:p>
            <a:pPr algn="l">
              <a:defRPr/>
            </a:pPr>
            <a:r>
              <a:rPr/>
              <a:t>- Automatic layout: Hierarchical tree arrangement</a:t>
            </a:r>
            <a:endParaRPr/>
          </a:p>
        </p:txBody>
      </p:sp>
      <p:sp>
        <p:nvSpPr>
          <p:cNvPr id="705862945" name=""/>
          <p:cNvSpPr txBox="1"/>
          <p:nvPr/>
        </p:nvSpPr>
        <p:spPr bwMode="auto">
          <a:xfrm rot="0" flipH="0" flipV="0">
            <a:off x="6735029" y="3102798"/>
            <a:ext cx="5143975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Technical Implementation:</a:t>
            </a:r>
            <a:endParaRPr/>
          </a:p>
          <a:p>
            <a:pPr algn="l">
              <a:defRPr/>
            </a:pPr>
            <a:r>
              <a:rPr/>
              <a:t>- Uses NetworkX for graph structure</a:t>
            </a:r>
            <a:endParaRPr/>
          </a:p>
          <a:p>
            <a:pPr algn="l">
              <a:defRPr/>
            </a:pPr>
            <a:r>
              <a:rPr/>
              <a:t>- Matplotlib for rendering</a:t>
            </a:r>
            <a:endParaRPr/>
          </a:p>
          <a:p>
            <a:pPr algn="l">
              <a:defRPr/>
            </a:pPr>
            <a:r>
              <a:rPr/>
              <a:t>- Automatic positioning algorithm</a:t>
            </a:r>
            <a:endParaRPr/>
          </a:p>
          <a:p>
            <a:pPr algn="l">
              <a:defRPr/>
            </a:pPr>
            <a:r>
              <a:rPr/>
              <a:t>- Export as high-resolution PNG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496057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Parsing Trace Table</a:t>
            </a:r>
            <a:endParaRPr b="0"/>
          </a:p>
        </p:txBody>
      </p:sp>
      <p:sp>
        <p:nvSpPr>
          <p:cNvPr id="1941098399" name=""/>
          <p:cNvSpPr txBox="1"/>
          <p:nvPr/>
        </p:nvSpPr>
        <p:spPr bwMode="auto">
          <a:xfrm rot="0" flipH="0" flipV="0">
            <a:off x="61567" y="1280322"/>
            <a:ext cx="400089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Interactive Step-by-Step View:</a:t>
            </a:r>
            <a:endParaRPr/>
          </a:p>
        </p:txBody>
      </p:sp>
      <p:pic>
        <p:nvPicPr>
          <p:cNvPr id="4866770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742872"/>
            <a:ext cx="10439042" cy="5147552"/>
          </a:xfrm>
          <a:prstGeom prst="rect">
            <a:avLst/>
          </a:prstGeom>
        </p:spPr>
      </p:pic>
      <p:sp>
        <p:nvSpPr>
          <p:cNvPr id="1359754984" name=""/>
          <p:cNvSpPr txBox="1"/>
          <p:nvPr/>
        </p:nvSpPr>
        <p:spPr bwMode="auto">
          <a:xfrm rot="0" flipH="0" flipV="0">
            <a:off x="6789129" y="853277"/>
            <a:ext cx="3842717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Educational Value:</a:t>
            </a:r>
            <a:endParaRPr/>
          </a:p>
          <a:p>
            <a:pPr algn="l">
              <a:defRPr/>
            </a:pPr>
            <a:r>
              <a:rPr/>
              <a:t>- Visualizes parser internals</a:t>
            </a:r>
            <a:endParaRPr/>
          </a:p>
          <a:p>
            <a:pPr algn="l">
              <a:defRPr/>
            </a:pPr>
            <a:r>
              <a:rPr/>
              <a:t>- Shows stack evolution</a:t>
            </a:r>
            <a:endParaRPr/>
          </a:p>
          <a:p>
            <a:pPr algn="l">
              <a:defRPr/>
            </a:pPr>
            <a:r>
              <a:rPr/>
              <a:t>- Illustrates conflict resolution</a:t>
            </a:r>
            <a:endParaRPr/>
          </a:p>
          <a:p>
            <a:pPr algn="l">
              <a:defRPr/>
            </a:pPr>
            <a:r>
              <a:rPr/>
              <a:t>- Debugging aid for grammar design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007720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Conflict Detection</a:t>
            </a:r>
            <a:endParaRPr b="0"/>
          </a:p>
        </p:txBody>
      </p:sp>
      <p:sp>
        <p:nvSpPr>
          <p:cNvPr id="555770671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607439848" name=""/>
          <p:cNvSpPr txBox="1"/>
          <p:nvPr/>
        </p:nvSpPr>
        <p:spPr bwMode="auto">
          <a:xfrm rot="0" flipH="0" flipV="0">
            <a:off x="410453" y="1463382"/>
            <a:ext cx="5294544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Types of Conflicts:</a:t>
            </a:r>
            <a:endParaRPr/>
          </a:p>
          <a:p>
            <a:pPr algn="l">
              <a:defRPr/>
            </a:pPr>
            <a:r>
              <a:rPr b="1"/>
              <a:t>1. Shift/Reduce Conflict</a:t>
            </a:r>
            <a:endParaRPr/>
          </a:p>
          <a:p>
            <a:pPr algn="l">
              <a:defRPr/>
            </a:pPr>
            <a:r>
              <a:rPr/>
              <a:t>   - Parser cannot decide between shift and reduce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 b="1"/>
              <a:t>2. Reduce/Reduce Conflict</a:t>
            </a:r>
            <a:endParaRPr b="1"/>
          </a:p>
          <a:p>
            <a:pPr algn="l">
              <a:defRPr/>
            </a:pPr>
            <a:r>
              <a:rPr/>
              <a:t>   - Multiple reductions possible</a:t>
            </a:r>
            <a:endParaRPr/>
          </a:p>
        </p:txBody>
      </p:sp>
      <p:sp>
        <p:nvSpPr>
          <p:cNvPr id="1997644013" name=""/>
          <p:cNvSpPr txBox="1"/>
          <p:nvPr/>
        </p:nvSpPr>
        <p:spPr bwMode="auto">
          <a:xfrm rot="0" flipH="0" flipV="0">
            <a:off x="410453" y="3429000"/>
            <a:ext cx="366585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/>
              <a:t>Automatic Detection:</a:t>
            </a:r>
            <a:endParaRPr b="1"/>
          </a:p>
        </p:txBody>
      </p:sp>
      <p:sp>
        <p:nvSpPr>
          <p:cNvPr id="699413263" name=""/>
          <p:cNvSpPr txBox="1"/>
          <p:nvPr/>
        </p:nvSpPr>
        <p:spPr bwMode="auto">
          <a:xfrm rot="0" flipH="0" flipV="0">
            <a:off x="410453" y="3937594"/>
            <a:ext cx="5707649" cy="14630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if a in ACTION[i]:</a:t>
            </a:r>
            <a:endParaRPr/>
          </a:p>
          <a:p>
            <a:pPr algn="l">
              <a:defRPr/>
            </a:pPr>
            <a:r>
              <a:rPr/>
              <a:t>    if ACTION[i][a][0] == "shift":</a:t>
            </a:r>
            <a:endParaRPr/>
          </a:p>
          <a:p>
            <a:pPr algn="l">
              <a:defRPr/>
            </a:pPr>
            <a:r>
              <a:rPr/>
              <a:t>        conflicts.append(f"Shift/reduce conflict on {a}")</a:t>
            </a:r>
            <a:endParaRPr/>
          </a:p>
          <a:p>
            <a:pPr algn="l">
              <a:defRPr/>
            </a:pPr>
            <a:r>
              <a:rPr/>
              <a:t>    elif ACTION[i][a][0] == "reduce":</a:t>
            </a:r>
            <a:endParaRPr/>
          </a:p>
          <a:p>
            <a:pPr algn="l">
              <a:defRPr/>
            </a:pPr>
            <a:r>
              <a:rPr/>
              <a:t>        conflicts.append(f"Reduce/reduce conflict on {a}")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649366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Example:</a:t>
            </a:r>
            <a:endParaRPr b="0"/>
          </a:p>
        </p:txBody>
      </p:sp>
      <p:sp>
        <p:nvSpPr>
          <p:cNvPr id="1644681759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7016390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280322"/>
            <a:ext cx="12191999" cy="5873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037579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Example:</a:t>
            </a:r>
            <a:endParaRPr b="0"/>
          </a:p>
        </p:txBody>
      </p:sp>
      <p:sp>
        <p:nvSpPr>
          <p:cNvPr id="935917228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7620757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5318" y="1463382"/>
            <a:ext cx="11287125" cy="45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045204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Example:</a:t>
            </a:r>
            <a:endParaRPr b="0"/>
          </a:p>
        </p:txBody>
      </p:sp>
      <p:sp>
        <p:nvSpPr>
          <p:cNvPr id="1725974764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455640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280322"/>
            <a:ext cx="12121116" cy="65100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04513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Example:</a:t>
            </a:r>
            <a:endParaRPr b="0"/>
          </a:p>
        </p:txBody>
      </p:sp>
      <p:sp>
        <p:nvSpPr>
          <p:cNvPr id="1458569875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4668691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337553"/>
            <a:ext cx="12191999" cy="6059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37106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Example:</a:t>
            </a:r>
            <a:endParaRPr b="0"/>
          </a:p>
        </p:txBody>
      </p:sp>
      <p:sp>
        <p:nvSpPr>
          <p:cNvPr id="31756433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9345391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742872"/>
            <a:ext cx="12191999" cy="4753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4063" name="Title 5"/>
          <p:cNvSpPr>
            <a:spLocks noGrp="1"/>
          </p:cNvSpPr>
          <p:nvPr>
            <p:ph type="title"/>
          </p:nvPr>
        </p:nvSpPr>
        <p:spPr bwMode="auto">
          <a:xfrm flipH="0" flipV="0">
            <a:off x="518159" y="524171"/>
            <a:ext cx="9596626" cy="813381"/>
          </a:xfrm>
        </p:spPr>
        <p:txBody>
          <a:bodyPr/>
          <a:lstStyle/>
          <a:p>
            <a:pPr>
              <a:defRPr/>
            </a:pPr>
            <a:r>
              <a:rPr lang="en-US" sz="4000" b="0" i="0" u="none" strike="noStrike" cap="none" spc="-149">
                <a:solidFill>
                  <a:schemeClr val="tx2"/>
                </a:solidFill>
                <a:latin typeface="Constantia"/>
                <a:ea typeface="Constantia"/>
                <a:cs typeface="Constantia"/>
              </a:rPr>
              <a:t>Example:</a:t>
            </a:r>
            <a:endParaRPr b="0"/>
          </a:p>
        </p:txBody>
      </p:sp>
      <p:sp>
        <p:nvSpPr>
          <p:cNvPr id="1527944715" name=""/>
          <p:cNvSpPr txBox="1"/>
          <p:nvPr/>
        </p:nvSpPr>
        <p:spPr bwMode="auto">
          <a:xfrm rot="0" flipH="0" flipV="0">
            <a:off x="61567" y="1280322"/>
            <a:ext cx="40012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9545504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5000" y="1280322"/>
            <a:ext cx="11369202" cy="53767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MSFT_ELT_Template01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5DAAB0"/>
      </a:accent1>
      <a:accent2>
        <a:srgbClr val="DFE3E9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_ELT_Template01">
      <a:majorFont>
        <a:latin typeface="Constantia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939C09-71F4-4DB5-98B9-16EE71B922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C06DBF-33CB-4803-A705-9F1375E3968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36B0937C-037C-43B5-9747-8DC51D76BF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clean sophisticated presentation</Template>
  <TotalTime>0</TotalTime>
  <Words>0</Words>
  <Application>ONLYOFFICE/9.2.1.43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2026-01-04T06:50:55Z</dcterms:created>
  <dcterms:modified xsi:type="dcterms:W3CDTF">2026-01-04T10:52:37Z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